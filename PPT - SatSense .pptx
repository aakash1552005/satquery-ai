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309" r:id="rId4"/>
    <p:sldId id="305" r:id="rId5"/>
    <p:sldId id="301" r:id="rId6"/>
    <p:sldId id="30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CAF78-B3EF-4CEC-888E-17032BBA09AC}" v="9" dt="2026-09-23T13:11:44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5033" autoAdjust="0"/>
  </p:normalViewPr>
  <p:slideViewPr>
    <p:cSldViewPr snapToGrid="0" snapToObjects="1">
      <p:cViewPr varScale="1">
        <p:scale>
          <a:sx n="75" d="100"/>
          <a:sy n="75" d="100"/>
        </p:scale>
        <p:origin x="109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S S" userId="4867e4956d9d8e0e" providerId="LiveId" clId="{88E99779-1129-406F-AD13-63A0F42F8980}"/>
    <pc:docChg chg="undo redo custSel addSld delSld modSld">
      <pc:chgData name="AAKASH S S" userId="4867e4956d9d8e0e" providerId="LiveId" clId="{88E99779-1129-406F-AD13-63A0F42F8980}" dt="2026-09-23T15:25:38.442" v="1396" actId="20577"/>
      <pc:docMkLst>
        <pc:docMk/>
      </pc:docMkLst>
      <pc:sldChg chg="addSp delSp modSp mod">
        <pc:chgData name="AAKASH S S" userId="4867e4956d9d8e0e" providerId="LiveId" clId="{88E99779-1129-406F-AD13-63A0F42F8980}" dt="2026-09-23T14:26:59.281" v="1384" actId="478"/>
        <pc:sldMkLst>
          <pc:docMk/>
          <pc:sldMk cId="0" sldId="281"/>
        </pc:sldMkLst>
        <pc:spChg chg="del">
          <ac:chgData name="AAKASH S S" userId="4867e4956d9d8e0e" providerId="LiveId" clId="{88E99779-1129-406F-AD13-63A0F42F8980}" dt="2026-09-23T13:02:21.836" v="1163" actId="478"/>
          <ac:spMkLst>
            <pc:docMk/>
            <pc:sldMk cId="0" sldId="281"/>
            <ac:spMk id="3" creationId="{22482C61-D213-9645-15E3-F22130BD3BD3}"/>
          </ac:spMkLst>
        </pc:spChg>
        <pc:spChg chg="mod">
          <ac:chgData name="AAKASH S S" userId="4867e4956d9d8e0e" providerId="LiveId" clId="{88E99779-1129-406F-AD13-63A0F42F8980}" dt="2026-09-14T18:48:07.849" v="402" actId="123"/>
          <ac:spMkLst>
            <pc:docMk/>
            <pc:sldMk cId="0" sldId="281"/>
            <ac:spMk id="8" creationId="{4F83417A-5FBA-1CEB-3577-351B1F1BFB64}"/>
          </ac:spMkLst>
        </pc:spChg>
        <pc:spChg chg="mod">
          <ac:chgData name="AAKASH S S" userId="4867e4956d9d8e0e" providerId="LiveId" clId="{88E99779-1129-406F-AD13-63A0F42F8980}" dt="2026-09-15T00:42:59.127" v="516" actId="1076"/>
          <ac:spMkLst>
            <pc:docMk/>
            <pc:sldMk cId="0" sldId="281"/>
            <ac:spMk id="12" creationId="{20C4570B-38A3-2B33-0F2E-7DF2E44C0CD6}"/>
          </ac:spMkLst>
        </pc:spChg>
        <pc:spChg chg="add mod">
          <ac:chgData name="AAKASH S S" userId="4867e4956d9d8e0e" providerId="LiveId" clId="{88E99779-1129-406F-AD13-63A0F42F8980}" dt="2026-09-15T00:51:17.785" v="603" actId="20577"/>
          <ac:spMkLst>
            <pc:docMk/>
            <pc:sldMk cId="0" sldId="281"/>
            <ac:spMk id="14" creationId="{841F8137-EC0A-E7EB-E812-02604F7702C3}"/>
          </ac:spMkLst>
        </pc:spChg>
        <pc:spChg chg="add mod">
          <ac:chgData name="AAKASH S S" userId="4867e4956d9d8e0e" providerId="LiveId" clId="{88E99779-1129-406F-AD13-63A0F42F8980}" dt="2026-09-15T00:48:58.243" v="592" actId="1076"/>
          <ac:spMkLst>
            <pc:docMk/>
            <pc:sldMk cId="0" sldId="281"/>
            <ac:spMk id="16" creationId="{14E9E715-6694-19F3-40DB-0600E6CF68D1}"/>
          </ac:spMkLst>
        </pc:spChg>
        <pc:spChg chg="add mod">
          <ac:chgData name="AAKASH S S" userId="4867e4956d9d8e0e" providerId="LiveId" clId="{88E99779-1129-406F-AD13-63A0F42F8980}" dt="2026-09-15T01:28:37.745" v="776" actId="255"/>
          <ac:spMkLst>
            <pc:docMk/>
            <pc:sldMk cId="0" sldId="281"/>
            <ac:spMk id="20" creationId="{23C13001-8E7D-0CCB-C616-6B92AFAF75AA}"/>
          </ac:spMkLst>
        </pc:spChg>
        <pc:spChg chg="add mod">
          <ac:chgData name="AAKASH S S" userId="4867e4956d9d8e0e" providerId="LiveId" clId="{88E99779-1129-406F-AD13-63A0F42F8980}" dt="2026-09-14T19:34:17.825" v="505" actId="1076"/>
          <ac:spMkLst>
            <pc:docMk/>
            <pc:sldMk cId="0" sldId="281"/>
            <ac:spMk id="22" creationId="{4470C33F-1E52-F5C7-FE05-25B6EF6FEE22}"/>
          </ac:spMkLst>
        </pc:spChg>
        <pc:spChg chg="mod">
          <ac:chgData name="AAKASH S S" userId="4867e4956d9d8e0e" providerId="LiveId" clId="{88E99779-1129-406F-AD13-63A0F42F8980}" dt="2026-09-23T13:07:06.914" v="1197" actId="1076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AAKASH S S" userId="4867e4956d9d8e0e" providerId="LiveId" clId="{88E99779-1129-406F-AD13-63A0F42F8980}" dt="2026-09-14T17:46:44.717" v="78"/>
          <ac:spMkLst>
            <pc:docMk/>
            <pc:sldMk cId="0" sldId="281"/>
            <ac:spMk id="15362" creationId="{00000000-0000-0000-0000-000000000000}"/>
          </ac:spMkLst>
        </pc:spChg>
        <pc:spChg chg="mod">
          <ac:chgData name="AAKASH S S" userId="4867e4956d9d8e0e" providerId="LiveId" clId="{88E99779-1129-406F-AD13-63A0F42F8980}" dt="2026-09-14T18:49:39.221" v="426" actId="123"/>
          <ac:spMkLst>
            <pc:docMk/>
            <pc:sldMk cId="0" sldId="281"/>
            <ac:spMk id="15368" creationId="{00000000-0000-0000-0000-000000000000}"/>
          </ac:spMkLst>
        </pc:spChg>
        <pc:spChg chg="mod">
          <ac:chgData name="AAKASH S S" userId="4867e4956d9d8e0e" providerId="LiveId" clId="{88E99779-1129-406F-AD13-63A0F42F8980}" dt="2026-09-15T00:43:07.482" v="517" actId="1076"/>
          <ac:spMkLst>
            <pc:docMk/>
            <pc:sldMk cId="0" sldId="281"/>
            <ac:spMk id="15369" creationId="{00000000-0000-0000-0000-000000000000}"/>
          </ac:spMkLst>
        </pc:spChg>
        <pc:picChg chg="add del mod">
          <ac:chgData name="AAKASH S S" userId="4867e4956d9d8e0e" providerId="LiveId" clId="{88E99779-1129-406F-AD13-63A0F42F8980}" dt="2026-09-23T09:42:52.128" v="997" actId="478"/>
          <ac:picMkLst>
            <pc:docMk/>
            <pc:sldMk cId="0" sldId="281"/>
            <ac:picMk id="4" creationId="{8B56EE94-9432-0262-3AE4-82F0ABF69BE1}"/>
          </ac:picMkLst>
        </pc:picChg>
        <pc:picChg chg="add del mod">
          <ac:chgData name="AAKASH S S" userId="4867e4956d9d8e0e" providerId="LiveId" clId="{88E99779-1129-406F-AD13-63A0F42F8980}" dt="2026-09-23T09:43:32.502" v="1004" actId="478"/>
          <ac:picMkLst>
            <pc:docMk/>
            <pc:sldMk cId="0" sldId="281"/>
            <ac:picMk id="10" creationId="{322A2FDB-28D7-A559-2D50-B255F0E77BBA}"/>
          </ac:picMkLst>
        </pc:picChg>
        <pc:picChg chg="del">
          <ac:chgData name="AAKASH S S" userId="4867e4956d9d8e0e" providerId="LiveId" clId="{88E99779-1129-406F-AD13-63A0F42F8980}" dt="2026-09-23T09:42:54.246" v="998" actId="478"/>
          <ac:picMkLst>
            <pc:docMk/>
            <pc:sldMk cId="0" sldId="281"/>
            <ac:picMk id="11" creationId="{00000000-0000-0000-0000-000000000000}"/>
          </ac:picMkLst>
        </pc:picChg>
        <pc:picChg chg="add mod">
          <ac:chgData name="AAKASH S S" userId="4867e4956d9d8e0e" providerId="LiveId" clId="{88E99779-1129-406F-AD13-63A0F42F8980}" dt="2026-09-23T13:06:36.699" v="1194" actId="1076"/>
          <ac:picMkLst>
            <pc:docMk/>
            <pc:sldMk cId="0" sldId="281"/>
            <ac:picMk id="15" creationId="{985AB1EE-C6B3-6571-BC4B-A3F6C96345B2}"/>
          </ac:picMkLst>
        </pc:picChg>
        <pc:picChg chg="add mod">
          <ac:chgData name="AAKASH S S" userId="4867e4956d9d8e0e" providerId="LiveId" clId="{88E99779-1129-406F-AD13-63A0F42F8980}" dt="2026-09-23T13:06:43.589" v="1195" actId="1076"/>
          <ac:picMkLst>
            <pc:docMk/>
            <pc:sldMk cId="0" sldId="281"/>
            <ac:picMk id="18" creationId="{3D2B6A91-0CA5-6EF5-7049-04405C099E0F}"/>
          </ac:picMkLst>
        </pc:picChg>
        <pc:picChg chg="add">
          <ac:chgData name="AAKASH S S" userId="4867e4956d9d8e0e" providerId="LiveId" clId="{88E99779-1129-406F-AD13-63A0F42F8980}" dt="2026-09-23T13:02:22.604" v="1164" actId="22"/>
          <ac:picMkLst>
            <pc:docMk/>
            <pc:sldMk cId="0" sldId="281"/>
            <ac:picMk id="21" creationId="{6801C633-ED2A-5920-F7FD-7C34657E7C91}"/>
          </ac:picMkLst>
        </pc:picChg>
        <pc:picChg chg="add del mod">
          <ac:chgData name="AAKASH S S" userId="4867e4956d9d8e0e" providerId="LiveId" clId="{88E99779-1129-406F-AD13-63A0F42F8980}" dt="2026-09-23T14:26:59.281" v="1384" actId="478"/>
          <ac:picMkLst>
            <pc:docMk/>
            <pc:sldMk cId="0" sldId="281"/>
            <ac:picMk id="28" creationId="{1DB57022-47A4-5041-A878-F39B0BF87800}"/>
          </ac:picMkLst>
        </pc:picChg>
      </pc:sldChg>
      <pc:sldChg chg="addSp delSp modSp mod">
        <pc:chgData name="AAKASH S S" userId="4867e4956d9d8e0e" providerId="LiveId" clId="{88E99779-1129-406F-AD13-63A0F42F8980}" dt="2026-09-23T15:25:38.442" v="1396" actId="20577"/>
        <pc:sldMkLst>
          <pc:docMk/>
          <pc:sldMk cId="0" sldId="291"/>
        </pc:sldMkLst>
        <pc:spChg chg="del mod">
          <ac:chgData name="AAKASH S S" userId="4867e4956d9d8e0e" providerId="LiveId" clId="{88E99779-1129-406F-AD13-63A0F42F8980}" dt="2026-09-23T09:39:41.437" v="966" actId="478"/>
          <ac:spMkLst>
            <pc:docMk/>
            <pc:sldMk cId="0" sldId="291"/>
            <ac:spMk id="4" creationId="{00000000-0000-0000-0000-000000000000}"/>
          </ac:spMkLst>
        </pc:spChg>
        <pc:spChg chg="add del mod">
          <ac:chgData name="AAKASH S S" userId="4867e4956d9d8e0e" providerId="LiveId" clId="{88E99779-1129-406F-AD13-63A0F42F8980}" dt="2026-09-23T09:41:48.769" v="992" actId="478"/>
          <ac:spMkLst>
            <pc:docMk/>
            <pc:sldMk cId="0" sldId="291"/>
            <ac:spMk id="6" creationId="{5575E7FA-93E0-7749-5DDA-016A4660C78D}"/>
          </ac:spMkLst>
        </pc:spChg>
        <pc:spChg chg="mod">
          <ac:chgData name="AAKASH S S" userId="4867e4956d9d8e0e" providerId="LiveId" clId="{88E99779-1129-406F-AD13-63A0F42F8980}" dt="2026-09-23T13:01:22.547" v="1154" actId="1076"/>
          <ac:spMkLst>
            <pc:docMk/>
            <pc:sldMk cId="0" sldId="291"/>
            <ac:spMk id="8" creationId="{00000000-0000-0000-0000-000000000000}"/>
          </ac:spMkLst>
        </pc:spChg>
        <pc:spChg chg="add del">
          <ac:chgData name="AAKASH S S" userId="4867e4956d9d8e0e" providerId="LiveId" clId="{88E99779-1129-406F-AD13-63A0F42F8980}" dt="2026-09-23T13:00:41.887" v="1149" actId="478"/>
          <ac:spMkLst>
            <pc:docMk/>
            <pc:sldMk cId="0" sldId="291"/>
            <ac:spMk id="9" creationId="{31CF815C-1B95-4E58-B6B8-AFCF72C84E7B}"/>
          </ac:spMkLst>
        </pc:spChg>
        <pc:spChg chg="mod">
          <ac:chgData name="AAKASH S S" userId="4867e4956d9d8e0e" providerId="LiveId" clId="{88E99779-1129-406F-AD13-63A0F42F8980}" dt="2026-09-23T15:25:38.442" v="1396" actId="20577"/>
          <ac:spMkLst>
            <pc:docMk/>
            <pc:sldMk cId="0" sldId="291"/>
            <ac:spMk id="10" creationId="{00000000-0000-0000-0000-000000000000}"/>
          </ac:spMkLst>
        </pc:spChg>
        <pc:spChg chg="add del mod">
          <ac:chgData name="AAKASH S S" userId="4867e4956d9d8e0e" providerId="LiveId" clId="{88E99779-1129-406F-AD13-63A0F42F8980}" dt="2026-09-23T09:40:27.026" v="976"/>
          <ac:spMkLst>
            <pc:docMk/>
            <pc:sldMk cId="0" sldId="291"/>
            <ac:spMk id="11" creationId="{72738A4D-EFB9-A32A-B69E-4C24344A926A}"/>
          </ac:spMkLst>
        </pc:spChg>
        <pc:spChg chg="add del mod">
          <ac:chgData name="AAKASH S S" userId="4867e4956d9d8e0e" providerId="LiveId" clId="{88E99779-1129-406F-AD13-63A0F42F8980}" dt="2026-09-23T09:41:29.424" v="990"/>
          <ac:spMkLst>
            <pc:docMk/>
            <pc:sldMk cId="0" sldId="291"/>
            <ac:spMk id="14" creationId="{023CD9BF-A396-3A47-85E9-7ED3332C17E4}"/>
          </ac:spMkLst>
        </pc:spChg>
        <pc:spChg chg="add del mod">
          <ac:chgData name="AAKASH S S" userId="4867e4956d9d8e0e" providerId="LiveId" clId="{88E99779-1129-406F-AD13-63A0F42F8980}" dt="2026-09-23T13:11:17.271" v="1269"/>
          <ac:spMkLst>
            <pc:docMk/>
            <pc:sldMk cId="0" sldId="291"/>
            <ac:spMk id="17" creationId="{7510DCC4-592A-E611-9671-7F1CAE6FBADB}"/>
          </ac:spMkLst>
        </pc:spChg>
        <pc:spChg chg="add del mod">
          <ac:chgData name="AAKASH S S" userId="4867e4956d9d8e0e" providerId="LiveId" clId="{88E99779-1129-406F-AD13-63A0F42F8980}" dt="2026-09-23T13:11:23.407" v="1273" actId="478"/>
          <ac:spMkLst>
            <pc:docMk/>
            <pc:sldMk cId="0" sldId="291"/>
            <ac:spMk id="18" creationId="{40C37411-67BC-0722-B985-A3682A10A59E}"/>
          </ac:spMkLst>
        </pc:spChg>
        <pc:spChg chg="add del mod">
          <ac:chgData name="AAKASH S S" userId="4867e4956d9d8e0e" providerId="LiveId" clId="{88E99779-1129-406F-AD13-63A0F42F8980}" dt="2026-09-23T13:11:39.105" v="1278" actId="478"/>
          <ac:spMkLst>
            <pc:docMk/>
            <pc:sldMk cId="0" sldId="291"/>
            <ac:spMk id="19" creationId="{24E4AAF9-AE10-A039-13CA-BD70361ED3D7}"/>
          </ac:spMkLst>
        </pc:spChg>
        <pc:spChg chg="add del mod">
          <ac:chgData name="AAKASH S S" userId="4867e4956d9d8e0e" providerId="LiveId" clId="{88E99779-1129-406F-AD13-63A0F42F8980}" dt="2026-09-23T13:11:48.496" v="1281" actId="478"/>
          <ac:spMkLst>
            <pc:docMk/>
            <pc:sldMk cId="0" sldId="291"/>
            <ac:spMk id="20" creationId="{2C6FFC41-643B-35F5-583F-AC7EE980F455}"/>
          </ac:spMkLst>
        </pc:spChg>
        <pc:picChg chg="mod">
          <ac:chgData name="AAKASH S S" userId="4867e4956d9d8e0e" providerId="LiveId" clId="{88E99779-1129-406F-AD13-63A0F42F8980}" dt="2026-09-23T13:01:47.144" v="1159" actId="1076"/>
          <ac:picMkLst>
            <pc:docMk/>
            <pc:sldMk cId="0" sldId="291"/>
            <ac:picMk id="2" creationId="{00000000-0000-0000-0000-000000000000}"/>
          </ac:picMkLst>
        </pc:picChg>
        <pc:picChg chg="mod">
          <ac:chgData name="AAKASH S S" userId="4867e4956d9d8e0e" providerId="LiveId" clId="{88E99779-1129-406F-AD13-63A0F42F8980}" dt="2026-09-23T13:11:54.926" v="1282" actId="1076"/>
          <ac:picMkLst>
            <pc:docMk/>
            <pc:sldMk cId="0" sldId="291"/>
            <ac:picMk id="5" creationId="{9120848B-B2B4-45BE-A961-AEC0B06CF41B}"/>
          </ac:picMkLst>
        </pc:picChg>
        <pc:picChg chg="add mod">
          <ac:chgData name="AAKASH S S" userId="4867e4956d9d8e0e" providerId="LiveId" clId="{88E99779-1129-406F-AD13-63A0F42F8980}" dt="2026-09-23T13:01:55.426" v="1160" actId="1076"/>
          <ac:picMkLst>
            <pc:docMk/>
            <pc:sldMk cId="0" sldId="291"/>
            <ac:picMk id="13" creationId="{5505DB0D-201A-C8C4-9FEF-96471C14BCE1}"/>
          </ac:picMkLst>
        </pc:picChg>
        <pc:picChg chg="add mod">
          <ac:chgData name="AAKASH S S" userId="4867e4956d9d8e0e" providerId="LiveId" clId="{88E99779-1129-406F-AD13-63A0F42F8980}" dt="2026-09-23T13:01:12.532" v="1153" actId="14100"/>
          <ac:picMkLst>
            <pc:docMk/>
            <pc:sldMk cId="0" sldId="291"/>
            <ac:picMk id="16" creationId="{D0C99D14-4FEF-D631-C16B-BF624404342A}"/>
          </ac:picMkLst>
        </pc:picChg>
      </pc:sldChg>
      <pc:sldChg chg="addSp delSp modSp mod">
        <pc:chgData name="AAKASH S S" userId="4867e4956d9d8e0e" providerId="LiveId" clId="{88E99779-1129-406F-AD13-63A0F42F8980}" dt="2026-09-23T14:27:38.890" v="1386" actId="1076"/>
        <pc:sldMkLst>
          <pc:docMk/>
          <pc:sldMk cId="1570701096" sldId="301"/>
        </pc:sldMkLst>
        <pc:spChg chg="del">
          <ac:chgData name="AAKASH S S" userId="4867e4956d9d8e0e" providerId="LiveId" clId="{88E99779-1129-406F-AD13-63A0F42F8980}" dt="2026-09-23T13:02:44.936" v="1170" actId="478"/>
          <ac:spMkLst>
            <pc:docMk/>
            <pc:sldMk cId="1570701096" sldId="301"/>
            <ac:spMk id="2" creationId="{F64E1F52-0CE0-34CD-2C6D-46B81A1C3E3A}"/>
          </ac:spMkLst>
        </pc:spChg>
        <pc:spChg chg="mod">
          <ac:chgData name="AAKASH S S" userId="4867e4956d9d8e0e" providerId="LiveId" clId="{88E99779-1129-406F-AD13-63A0F42F8980}" dt="2026-09-23T13:22:00.812" v="1379" actId="1076"/>
          <ac:spMkLst>
            <pc:docMk/>
            <pc:sldMk cId="1570701096" sldId="301"/>
            <ac:spMk id="4" creationId="{0D10E315-FA5D-218B-0916-0B719B06085C}"/>
          </ac:spMkLst>
        </pc:spChg>
        <pc:spChg chg="mod">
          <ac:chgData name="AAKASH S S" userId="4867e4956d9d8e0e" providerId="LiveId" clId="{88E99779-1129-406F-AD13-63A0F42F8980}" dt="2026-09-23T14:27:19.155" v="1385" actId="14100"/>
          <ac:spMkLst>
            <pc:docMk/>
            <pc:sldMk cId="1570701096" sldId="301"/>
            <ac:spMk id="8" creationId="{7E18377A-2327-0255-3B84-7A08CAC87AAF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9" creationId="{AE2B6195-AD17-5CFB-4344-9D13F490CF6D}"/>
          </ac:spMkLst>
        </pc:spChg>
        <pc:spChg chg="mod">
          <ac:chgData name="AAKASH S S" userId="4867e4956d9d8e0e" providerId="LiveId" clId="{88E99779-1129-406F-AD13-63A0F42F8980}" dt="2026-09-23T13:18:56.335" v="1375" actId="14100"/>
          <ac:spMkLst>
            <pc:docMk/>
            <pc:sldMk cId="1570701096" sldId="301"/>
            <ac:spMk id="12" creationId="{F378AD1C-4718-60A8-5A1D-458E17EECEF4}"/>
          </ac:spMkLst>
        </pc:spChg>
        <pc:spChg chg="mod">
          <ac:chgData name="AAKASH S S" userId="4867e4956d9d8e0e" providerId="LiveId" clId="{88E99779-1129-406F-AD13-63A0F42F8980}" dt="2026-09-23T13:16:24.039" v="1311" actId="1036"/>
          <ac:spMkLst>
            <pc:docMk/>
            <pc:sldMk cId="1570701096" sldId="301"/>
            <ac:spMk id="14" creationId="{61530B48-5749-A23A-443F-FEAE84B98AFD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16" creationId="{4442C83D-D051-2F04-530C-D4A6A294506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0" creationId="{690138F5-F16C-9226-7223-ECD28A8B583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2" creationId="{652270CF-460F-08E4-85F6-882D21D5685B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3" creationId="{CD560C34-C217-8832-1D22-9E54DC37B073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4" creationId="{BB03B931-6322-746A-2611-E6B303702E73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25" creationId="{01FC0B67-EF28-DBC6-6BE9-A6CBA20B81C0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28" creationId="{92853E6D-0336-9C8E-388B-7E66C9C12F06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29" creationId="{51E660EB-9F0A-21E9-F0DB-7F9853694516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0" creationId="{663C6E80-3820-5CB0-0E9C-E74834C213C9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2" creationId="{EAFA5D0B-FF96-C332-947F-11BAA3A511BE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3" creationId="{D5CC5A08-130C-BB1A-DF0D-7B46EE958550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4" creationId="{F593DC6B-7B55-1B4F-C82D-10492DAE45CF}"/>
          </ac:spMkLst>
        </pc:spChg>
        <pc:spChg chg="mod">
          <ac:chgData name="AAKASH S S" userId="4867e4956d9d8e0e" providerId="LiveId" clId="{88E99779-1129-406F-AD13-63A0F42F8980}" dt="2026-09-23T13:16:37.094" v="1314" actId="1036"/>
          <ac:spMkLst>
            <pc:docMk/>
            <pc:sldMk cId="1570701096" sldId="301"/>
            <ac:spMk id="36" creationId="{2998D455-8D34-34A4-1E20-9BFF5BAF94E9}"/>
          </ac:spMkLst>
        </pc:spChg>
        <pc:spChg chg="mod">
          <ac:chgData name="AAKASH S S" userId="4867e4956d9d8e0e" providerId="LiveId" clId="{88E99779-1129-406F-AD13-63A0F42F8980}" dt="2026-09-23T13:18:36.894" v="1374" actId="1035"/>
          <ac:spMkLst>
            <pc:docMk/>
            <pc:sldMk cId="1570701096" sldId="301"/>
            <ac:spMk id="37" creationId="{7A96D37B-DB06-1848-862A-BE2E93C8778D}"/>
          </ac:spMkLst>
        </pc:spChg>
        <pc:spChg chg="mod">
          <ac:chgData name="AAKASH S S" userId="4867e4956d9d8e0e" providerId="LiveId" clId="{88E99779-1129-406F-AD13-63A0F42F8980}" dt="2026-09-14T19:25:05.500" v="496" actId="14100"/>
          <ac:spMkLst>
            <pc:docMk/>
            <pc:sldMk cId="1570701096" sldId="301"/>
            <ac:spMk id="44" creationId="{3C603B83-7AC3-BC83-4676-08FE340307C2}"/>
          </ac:spMkLst>
        </pc:spChg>
        <pc:graphicFrameChg chg="add mod modGraphic">
          <ac:chgData name="AAKASH S S" userId="4867e4956d9d8e0e" providerId="LiveId" clId="{88E99779-1129-406F-AD13-63A0F42F8980}" dt="2026-09-23T14:27:38.890" v="1386" actId="1076"/>
          <ac:graphicFrameMkLst>
            <pc:docMk/>
            <pc:sldMk cId="1570701096" sldId="301"/>
            <ac:graphicFrameMk id="45" creationId="{C1A08D53-20CD-A553-53FE-23B71D2B8B7B}"/>
          </ac:graphicFrameMkLst>
        </pc:graphicFrameChg>
        <pc:picChg chg="add mod">
          <ac:chgData name="AAKASH S S" userId="4867e4956d9d8e0e" providerId="LiveId" clId="{88E99779-1129-406F-AD13-63A0F42F8980}" dt="2026-09-23T13:03:48.781" v="1178" actId="1076"/>
          <ac:picMkLst>
            <pc:docMk/>
            <pc:sldMk cId="1570701096" sldId="301"/>
            <ac:picMk id="5" creationId="{84C814E0-5F9A-2528-EC4C-C42380ACCB4D}"/>
          </ac:picMkLst>
        </pc:picChg>
        <pc:picChg chg="del">
          <ac:chgData name="AAKASH S S" userId="4867e4956d9d8e0e" providerId="LiveId" clId="{88E99779-1129-406F-AD13-63A0F42F8980}" dt="2026-09-23T09:43:59.031" v="1010" actId="478"/>
          <ac:picMkLst>
            <pc:docMk/>
            <pc:sldMk cId="1570701096" sldId="301"/>
            <ac:picMk id="11" creationId="{D76F4429-1AAD-4C18-67A7-AF5FD1B2CA58}"/>
          </ac:picMkLst>
        </pc:picChg>
        <pc:picChg chg="mod">
          <ac:chgData name="AAKASH S S" userId="4867e4956d9d8e0e" providerId="LiveId" clId="{88E99779-1129-406F-AD13-63A0F42F8980}" dt="2026-09-15T04:12:15.098" v="908" actId="1076"/>
          <ac:picMkLst>
            <pc:docMk/>
            <pc:sldMk cId="1570701096" sldId="301"/>
            <ac:picMk id="39" creationId="{34C57E00-57B5-28CE-A2D6-C4B6A8633A32}"/>
          </ac:picMkLst>
        </pc:picChg>
        <pc:picChg chg="mod">
          <ac:chgData name="AAKASH S S" userId="4867e4956d9d8e0e" providerId="LiveId" clId="{88E99779-1129-406F-AD13-63A0F42F8980}" dt="2026-09-15T04:12:18.301" v="909" actId="1076"/>
          <ac:picMkLst>
            <pc:docMk/>
            <pc:sldMk cId="1570701096" sldId="301"/>
            <ac:picMk id="40" creationId="{CD4F17CD-37C8-B3BD-EB5E-C6AC45AC2C87}"/>
          </ac:picMkLst>
        </pc:picChg>
        <pc:picChg chg="mod">
          <ac:chgData name="AAKASH S S" userId="4867e4956d9d8e0e" providerId="LiveId" clId="{88E99779-1129-406F-AD13-63A0F42F8980}" dt="2026-09-15T04:12:11.643" v="907" actId="1076"/>
          <ac:picMkLst>
            <pc:docMk/>
            <pc:sldMk cId="1570701096" sldId="301"/>
            <ac:picMk id="41" creationId="{560333BC-E5B9-B2F3-0D37-C3B7A801E7BD}"/>
          </ac:picMkLst>
        </pc:picChg>
        <pc:picChg chg="add">
          <ac:chgData name="AAKASH S S" userId="4867e4956d9d8e0e" providerId="LiveId" clId="{88E99779-1129-406F-AD13-63A0F42F8980}" dt="2026-09-23T13:02:46.216" v="1171" actId="22"/>
          <ac:picMkLst>
            <pc:docMk/>
            <pc:sldMk cId="1570701096" sldId="301"/>
            <ac:picMk id="42" creationId="{2C06562B-C692-82C6-5F8C-394C5C6C1881}"/>
          </ac:picMkLst>
        </pc:picChg>
        <pc:picChg chg="add mod">
          <ac:chgData name="AAKASH S S" userId="4867e4956d9d8e0e" providerId="LiveId" clId="{88E99779-1129-406F-AD13-63A0F42F8980}" dt="2026-09-23T13:03:56.685" v="1179" actId="1076"/>
          <ac:picMkLst>
            <pc:docMk/>
            <pc:sldMk cId="1570701096" sldId="301"/>
            <ac:picMk id="46" creationId="{6C0A9636-0BD9-ECC1-A789-939508BBD1CE}"/>
          </ac:picMkLst>
        </pc:picChg>
      </pc:sldChg>
      <pc:sldChg chg="addSp delSp modSp mod">
        <pc:chgData name="AAKASH S S" userId="4867e4956d9d8e0e" providerId="LiveId" clId="{88E99779-1129-406F-AD13-63A0F42F8980}" dt="2026-09-23T13:04:51.281" v="1185" actId="1076"/>
        <pc:sldMkLst>
          <pc:docMk/>
          <pc:sldMk cId="2029643770" sldId="305"/>
        </pc:sldMkLst>
        <pc:spChg chg="del">
          <ac:chgData name="AAKASH S S" userId="4867e4956d9d8e0e" providerId="LiveId" clId="{88E99779-1129-406F-AD13-63A0F42F8980}" dt="2026-09-23T13:02:38.133" v="1168" actId="478"/>
          <ac:spMkLst>
            <pc:docMk/>
            <pc:sldMk cId="2029643770" sldId="305"/>
            <ac:spMk id="2" creationId="{F7E55A74-39BA-1721-063A-96C91F5A1F74}"/>
          </ac:spMkLst>
        </pc:spChg>
        <pc:spChg chg="mod">
          <ac:chgData name="AAKASH S S" userId="4867e4956d9d8e0e" providerId="LiveId" clId="{88E99779-1129-406F-AD13-63A0F42F8980}" dt="2026-09-15T01:44:41.309" v="866" actId="20577"/>
          <ac:spMkLst>
            <pc:docMk/>
            <pc:sldMk cId="2029643770" sldId="305"/>
            <ac:spMk id="18" creationId="{F303C47E-96BB-5340-37B8-E8DA8990DC38}"/>
          </ac:spMkLst>
        </pc:spChg>
        <pc:spChg chg="mod">
          <ac:chgData name="AAKASH S S" userId="4867e4956d9d8e0e" providerId="LiveId" clId="{88E99779-1129-406F-AD13-63A0F42F8980}" dt="2026-09-15T01:44:20.245" v="863" actId="14100"/>
          <ac:spMkLst>
            <pc:docMk/>
            <pc:sldMk cId="2029643770" sldId="305"/>
            <ac:spMk id="20" creationId="{EB446083-A184-7834-4D3F-C5895AF0FFF3}"/>
          </ac:spMkLst>
        </pc:spChg>
        <pc:spChg chg="mod">
          <ac:chgData name="AAKASH S S" userId="4867e4956d9d8e0e" providerId="LiveId" clId="{88E99779-1129-406F-AD13-63A0F42F8980}" dt="2026-09-15T01:44:11.441" v="862" actId="14100"/>
          <ac:spMkLst>
            <pc:docMk/>
            <pc:sldMk cId="2029643770" sldId="305"/>
            <ac:spMk id="22" creationId="{E48DC04D-90BF-6E26-1DF2-D26E59B68F04}"/>
          </ac:spMkLst>
        </pc:spChg>
        <pc:spChg chg="mod">
          <ac:chgData name="AAKASH S S" userId="4867e4956d9d8e0e" providerId="LiveId" clId="{88E99779-1129-406F-AD13-63A0F42F8980}" dt="2026-09-23T13:04:51.281" v="1185" actId="1076"/>
          <ac:spMkLst>
            <pc:docMk/>
            <pc:sldMk cId="2029643770" sldId="305"/>
            <ac:spMk id="17409" creationId="{7A290DD8-716A-A846-07DF-08DDEAD7E608}"/>
          </ac:spMkLst>
        </pc:spChg>
        <pc:spChg chg="mod">
          <ac:chgData name="AAKASH S S" userId="4867e4956d9d8e0e" providerId="LiveId" clId="{88E99779-1129-406F-AD13-63A0F42F8980}" dt="2026-09-15T01:44:27.464" v="864" actId="14100"/>
          <ac:spMkLst>
            <pc:docMk/>
            <pc:sldMk cId="2029643770" sldId="305"/>
            <ac:spMk id="17412" creationId="{3C8DE894-1801-5946-0BDB-318410AA58A3}"/>
          </ac:spMkLst>
        </pc:spChg>
        <pc:picChg chg="add mod">
          <ac:chgData name="AAKASH S S" userId="4867e4956d9d8e0e" providerId="LiveId" clId="{88E99779-1129-406F-AD13-63A0F42F8980}" dt="2026-09-23T13:04:24.639" v="1182" actId="1076"/>
          <ac:picMkLst>
            <pc:docMk/>
            <pc:sldMk cId="2029643770" sldId="305"/>
            <ac:picMk id="5" creationId="{E66425BD-6F39-DB04-DD02-D0803E16DC69}"/>
          </ac:picMkLst>
        </pc:picChg>
        <pc:picChg chg="add mod">
          <ac:chgData name="AAKASH S S" userId="4867e4956d9d8e0e" providerId="LiveId" clId="{88E99779-1129-406F-AD13-63A0F42F8980}" dt="2026-09-23T13:04:34.209" v="1183" actId="1076"/>
          <ac:picMkLst>
            <pc:docMk/>
            <pc:sldMk cId="2029643770" sldId="305"/>
            <ac:picMk id="9" creationId="{33E5FF7B-E920-229E-2CA8-5B932806081F}"/>
          </ac:picMkLst>
        </pc:picChg>
        <pc:picChg chg="del">
          <ac:chgData name="AAKASH S S" userId="4867e4956d9d8e0e" providerId="LiveId" clId="{88E99779-1129-406F-AD13-63A0F42F8980}" dt="2026-09-23T09:43:53.574" v="1009" actId="478"/>
          <ac:picMkLst>
            <pc:docMk/>
            <pc:sldMk cId="2029643770" sldId="305"/>
            <ac:picMk id="11" creationId="{DB60A902-062B-5E5C-8580-383147A7679A}"/>
          </ac:picMkLst>
        </pc:picChg>
        <pc:picChg chg="add">
          <ac:chgData name="AAKASH S S" userId="4867e4956d9d8e0e" providerId="LiveId" clId="{88E99779-1129-406F-AD13-63A0F42F8980}" dt="2026-09-23T13:02:38.761" v="1169" actId="22"/>
          <ac:picMkLst>
            <pc:docMk/>
            <pc:sldMk cId="2029643770" sldId="305"/>
            <ac:picMk id="15" creationId="{D3754D04-4F85-053E-A5C9-168AC311C6D2}"/>
          </ac:picMkLst>
        </pc:picChg>
      </pc:sldChg>
      <pc:sldChg chg="addSp delSp modSp mod">
        <pc:chgData name="AAKASH S S" userId="4867e4956d9d8e0e" providerId="LiveId" clId="{88E99779-1129-406F-AD13-63A0F42F8980}" dt="2026-09-23T13:03:25.825" v="1176" actId="14100"/>
        <pc:sldMkLst>
          <pc:docMk/>
          <pc:sldMk cId="1802413731" sldId="307"/>
        </pc:sldMkLst>
        <pc:spChg chg="del">
          <ac:chgData name="AAKASH S S" userId="4867e4956d9d8e0e" providerId="LiveId" clId="{88E99779-1129-406F-AD13-63A0F42F8980}" dt="2026-09-23T13:02:54.346" v="1172" actId="478"/>
          <ac:spMkLst>
            <pc:docMk/>
            <pc:sldMk cId="1802413731" sldId="307"/>
            <ac:spMk id="2" creationId="{36DA86F4-29DD-6E9E-43AC-AAA063DD5D31}"/>
          </ac:spMkLst>
        </pc:spChg>
        <pc:spChg chg="add mod">
          <ac:chgData name="AAKASH S S" userId="4867e4956d9d8e0e" providerId="LiveId" clId="{88E99779-1129-406F-AD13-63A0F42F8980}" dt="2026-09-15T01:24:55.714" v="765" actId="1076"/>
          <ac:spMkLst>
            <pc:docMk/>
            <pc:sldMk cId="1802413731" sldId="307"/>
            <ac:spMk id="4" creationId="{EC41645C-DB0D-1C0E-03C8-177F7830DE5A}"/>
          </ac:spMkLst>
        </pc:spChg>
        <pc:spChg chg="add mod">
          <ac:chgData name="AAKASH S S" userId="4867e4956d9d8e0e" providerId="LiveId" clId="{88E99779-1129-406F-AD13-63A0F42F8980}" dt="2026-09-15T01:25:08.313" v="766" actId="1076"/>
          <ac:spMkLst>
            <pc:docMk/>
            <pc:sldMk cId="1802413731" sldId="307"/>
            <ac:spMk id="8" creationId="{985A824D-3AF9-69DE-9996-A60B6C4C38E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9" creationId="{6896CD84-EDFB-6CB6-AB87-5589E6336D48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3" creationId="{378CBF5A-73E8-3AF7-D705-BBEAC236C58E}"/>
          </ac:spMkLst>
        </pc:spChg>
        <pc:spChg chg="add mod">
          <ac:chgData name="AAKASH S S" userId="4867e4956d9d8e0e" providerId="LiveId" clId="{88E99779-1129-406F-AD13-63A0F42F8980}" dt="2026-09-15T01:25:27.369" v="768" actId="1076"/>
          <ac:spMkLst>
            <pc:docMk/>
            <pc:sldMk cId="1802413731" sldId="307"/>
            <ac:spMk id="14" creationId="{E8541BEE-7263-EBFD-2A1C-7B6140403F1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5" creationId="{D8ECA03E-3B27-75C0-CEB1-9967B9715C0C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7" creationId="{A68EC3EB-65A4-B4BB-0232-83EF2786EDD2}"/>
          </ac:spMkLst>
        </pc:spChg>
        <pc:spChg chg="add mod">
          <ac:chgData name="AAKASH S S" userId="4867e4956d9d8e0e" providerId="LiveId" clId="{88E99779-1129-406F-AD13-63A0F42F8980}" dt="2026-09-15T01:25:37.854" v="769" actId="1076"/>
          <ac:spMkLst>
            <pc:docMk/>
            <pc:sldMk cId="1802413731" sldId="307"/>
            <ac:spMk id="18" creationId="{2768FA25-4AB9-A41B-0285-3B1FFDFE081E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19" creationId="{C18403F8-DFA4-316E-C4DF-C79A5BCF48EA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1" creationId="{C6952570-A9A3-4903-B119-F0F44C916C4B}"/>
          </ac:spMkLst>
        </pc:spChg>
        <pc:spChg chg="add mod">
          <ac:chgData name="AAKASH S S" userId="4867e4956d9d8e0e" providerId="LiveId" clId="{88E99779-1129-406F-AD13-63A0F42F8980}" dt="2026-09-15T01:25:45.398" v="770" actId="1076"/>
          <ac:spMkLst>
            <pc:docMk/>
            <pc:sldMk cId="1802413731" sldId="307"/>
            <ac:spMk id="22" creationId="{EBC43DEE-3ED4-229B-0594-9FFA2199A86D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3" creationId="{7B6D25C8-1CAF-7806-9391-849F33303D63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5" creationId="{75D11D4A-07E7-4626-1178-3A116F09FF6E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7" creationId="{80A7E1AF-FFED-BD45-BFB5-DE4A8E80AAE4}"/>
          </ac:spMkLst>
        </pc:spChg>
        <pc:spChg chg="mod">
          <ac:chgData name="AAKASH S S" userId="4867e4956d9d8e0e" providerId="LiveId" clId="{88E99779-1129-406F-AD13-63A0F42F8980}" dt="2026-09-15T01:11:56.168" v="634" actId="1035"/>
          <ac:spMkLst>
            <pc:docMk/>
            <pc:sldMk cId="1802413731" sldId="307"/>
            <ac:spMk id="29" creationId="{67100AF6-E4FD-E1BD-BFE4-315E3D1FDCF3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1" creationId="{643C9966-B131-4984-E1C1-EDBEDD304F8D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3" creationId="{1F026D91-F225-A157-6D32-BCD886FBD1BE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5" creationId="{CF3C3969-2D48-207B-7997-91212BDCE8F4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7" creationId="{4F8C9C22-C90C-40CE-07A1-BAB1C2827FC0}"/>
          </ac:spMkLst>
        </pc:spChg>
        <pc:spChg chg="mod">
          <ac:chgData name="AAKASH S S" userId="4867e4956d9d8e0e" providerId="LiveId" clId="{88E99779-1129-406F-AD13-63A0F42F8980}" dt="2026-09-15T01:12:34.579" v="693" actId="1035"/>
          <ac:spMkLst>
            <pc:docMk/>
            <pc:sldMk cId="1802413731" sldId="307"/>
            <ac:spMk id="39" creationId="{89A832E4-7A2E-788B-3BD7-3D1E49F3D83E}"/>
          </ac:spMkLst>
        </pc:spChg>
        <pc:spChg chg="mod">
          <ac:chgData name="AAKASH S S" userId="4867e4956d9d8e0e" providerId="LiveId" clId="{88E99779-1129-406F-AD13-63A0F42F8980}" dt="2026-09-15T01:24:16.898" v="762" actId="20577"/>
          <ac:spMkLst>
            <pc:docMk/>
            <pc:sldMk cId="1802413731" sldId="307"/>
            <ac:spMk id="42" creationId="{9E0533E3-6324-4E90-1055-0C419D732923}"/>
          </ac:spMkLst>
        </pc:spChg>
        <pc:spChg chg="mod">
          <ac:chgData name="AAKASH S S" userId="4867e4956d9d8e0e" providerId="LiveId" clId="{88E99779-1129-406F-AD13-63A0F42F8980}" dt="2026-09-15T01:23:47.130" v="755" actId="1076"/>
          <ac:spMkLst>
            <pc:docMk/>
            <pc:sldMk cId="1802413731" sldId="307"/>
            <ac:spMk id="44" creationId="{BE7165EA-95E6-271E-8F09-EF4B0AB69596}"/>
          </ac:spMkLst>
        </pc:spChg>
        <pc:spChg chg="mod">
          <ac:chgData name="AAKASH S S" userId="4867e4956d9d8e0e" providerId="LiveId" clId="{88E99779-1129-406F-AD13-63A0F42F8980}" dt="2026-09-15T01:24:29.016" v="764" actId="20577"/>
          <ac:spMkLst>
            <pc:docMk/>
            <pc:sldMk cId="1802413731" sldId="307"/>
            <ac:spMk id="46" creationId="{54D8AB13-A5F6-CB8C-DD41-A213FA878147}"/>
          </ac:spMkLst>
        </pc:spChg>
        <pc:spChg chg="mod">
          <ac:chgData name="AAKASH S S" userId="4867e4956d9d8e0e" providerId="LiveId" clId="{88E99779-1129-406F-AD13-63A0F42F8980}" dt="2026-09-15T01:24:25.605" v="763" actId="1076"/>
          <ac:spMkLst>
            <pc:docMk/>
            <pc:sldMk cId="1802413731" sldId="307"/>
            <ac:spMk id="48" creationId="{A2146824-A24C-C89E-2F06-3CD1971D6438}"/>
          </ac:spMkLst>
        </pc:spChg>
        <pc:spChg chg="mod">
          <ac:chgData name="AAKASH S S" userId="4867e4956d9d8e0e" providerId="LiveId" clId="{88E99779-1129-406F-AD13-63A0F42F8980}" dt="2026-09-23T13:03:25.825" v="1176" actId="14100"/>
          <ac:spMkLst>
            <pc:docMk/>
            <pc:sldMk cId="1802413731" sldId="307"/>
            <ac:spMk id="17409" creationId="{CA18E14E-69D7-1D5D-73F8-2EA0E147067F}"/>
          </ac:spMkLst>
        </pc:spChg>
        <pc:picChg chg="add mod">
          <ac:chgData name="AAKASH S S" userId="4867e4956d9d8e0e" providerId="LiveId" clId="{88E99779-1129-406F-AD13-63A0F42F8980}" dt="2026-09-23T13:03:01.573" v="1174" actId="1076"/>
          <ac:picMkLst>
            <pc:docMk/>
            <pc:sldMk cId="1802413731" sldId="307"/>
            <ac:picMk id="5" creationId="{58CD81B9-C563-77ED-D0B8-D1B265652A1F}"/>
          </ac:picMkLst>
        </pc:picChg>
        <pc:picChg chg="del">
          <ac:chgData name="AAKASH S S" userId="4867e4956d9d8e0e" providerId="LiveId" clId="{88E99779-1129-406F-AD13-63A0F42F8980}" dt="2026-09-23T09:44:04.265" v="1012" actId="478"/>
          <ac:picMkLst>
            <pc:docMk/>
            <pc:sldMk cId="1802413731" sldId="307"/>
            <ac:picMk id="12" creationId="{E7A0370D-37CE-C21F-7A3C-1D3ED375295A}"/>
          </ac:picMkLst>
        </pc:picChg>
        <pc:picChg chg="add mod">
          <ac:chgData name="AAKASH S S" userId="4867e4956d9d8e0e" providerId="LiveId" clId="{88E99779-1129-406F-AD13-63A0F42F8980}" dt="2026-09-23T13:03:13.836" v="1175" actId="1076"/>
          <ac:picMkLst>
            <pc:docMk/>
            <pc:sldMk cId="1802413731" sldId="307"/>
            <ac:picMk id="16" creationId="{8CD6258B-C936-80B3-4C55-73BB859E869E}"/>
          </ac:picMkLst>
        </pc:picChg>
        <pc:picChg chg="add">
          <ac:chgData name="AAKASH S S" userId="4867e4956d9d8e0e" providerId="LiveId" clId="{88E99779-1129-406F-AD13-63A0F42F8980}" dt="2026-09-23T13:02:55.120" v="1173" actId="22"/>
          <ac:picMkLst>
            <pc:docMk/>
            <pc:sldMk cId="1802413731" sldId="307"/>
            <ac:picMk id="24" creationId="{7AC9937D-D12E-04A8-C3C4-43CD34577592}"/>
          </ac:picMkLst>
        </pc:picChg>
      </pc:sldChg>
      <pc:sldChg chg="addSp delSp modSp add mod">
        <pc:chgData name="AAKASH S S" userId="4867e4956d9d8e0e" providerId="LiveId" clId="{88E99779-1129-406F-AD13-63A0F42F8980}" dt="2026-09-23T13:06:16.216" v="1193" actId="22"/>
        <pc:sldMkLst>
          <pc:docMk/>
          <pc:sldMk cId="0" sldId="309"/>
        </pc:sldMkLst>
        <pc:spChg chg="del mod">
          <ac:chgData name="AAKASH S S" userId="4867e4956d9d8e0e" providerId="LiveId" clId="{88E99779-1129-406F-AD13-63A0F42F8980}" dt="2026-09-23T13:02:31.406" v="1166" actId="478"/>
          <ac:spMkLst>
            <pc:docMk/>
            <pc:sldMk cId="0" sldId="309"/>
            <ac:spMk id="2" creationId="{22482C61-D213-9645-15E3-F22130BD3BD3}"/>
          </ac:spMkLst>
        </pc:spChg>
        <pc:spChg chg="mod">
          <ac:chgData name="AAKASH S S" userId="4867e4956d9d8e0e" providerId="LiveId" clId="{88E99779-1129-406F-AD13-63A0F42F8980}" dt="2026-09-23T13:05:10.660" v="1186" actId="14100"/>
          <ac:spMkLst>
            <pc:docMk/>
            <pc:sldMk cId="0" sldId="309"/>
            <ac:spMk id="17409" creationId="{00000000-0000-0000-0000-000000000000}"/>
          </ac:spMkLst>
        </pc:spChg>
        <pc:spChg chg="mod">
          <ac:chgData name="AAKASH S S" userId="4867e4956d9d8e0e" providerId="LiveId" clId="{88E99779-1129-406F-AD13-63A0F42F8980}" dt="2026-09-15T04:37:53.283" v="915" actId="255"/>
          <ac:spMkLst>
            <pc:docMk/>
            <pc:sldMk cId="0" sldId="309"/>
            <ac:spMk id="17433" creationId="{00000000-0000-0000-0000-000000000000}"/>
          </ac:spMkLst>
        </pc:spChg>
        <pc:spChg chg="mod">
          <ac:chgData name="AAKASH S S" userId="4867e4956d9d8e0e" providerId="LiveId" clId="{88E99779-1129-406F-AD13-63A0F42F8980}" dt="2026-09-15T04:38:48.768" v="933" actId="20577"/>
          <ac:spMkLst>
            <pc:docMk/>
            <pc:sldMk cId="0" sldId="309"/>
            <ac:spMk id="17475" creationId="{00000000-0000-0000-0000-000000000000}"/>
          </ac:spMkLst>
        </pc:spChg>
        <pc:picChg chg="add mod">
          <ac:chgData name="AAKASH S S" userId="4867e4956d9d8e0e" providerId="LiveId" clId="{88E99779-1129-406F-AD13-63A0F42F8980}" dt="2026-09-23T13:05:22.042" v="1188" actId="1076"/>
          <ac:picMkLst>
            <pc:docMk/>
            <pc:sldMk cId="0" sldId="309"/>
            <ac:picMk id="4" creationId="{15E986B3-6657-B252-E1FA-528794DCB08B}"/>
          </ac:picMkLst>
        </pc:picChg>
        <pc:picChg chg="add del mod">
          <ac:chgData name="AAKASH S S" userId="4867e4956d9d8e0e" providerId="LiveId" clId="{88E99779-1129-406F-AD13-63A0F42F8980}" dt="2026-09-23T13:06:07.066" v="1192" actId="478"/>
          <ac:picMkLst>
            <pc:docMk/>
            <pc:sldMk cId="0" sldId="309"/>
            <ac:picMk id="8" creationId="{4367384F-EA55-636B-AEC9-6FA53792F8AF}"/>
          </ac:picMkLst>
        </pc:picChg>
        <pc:picChg chg="add">
          <ac:chgData name="AAKASH S S" userId="4867e4956d9d8e0e" providerId="LiveId" clId="{88E99779-1129-406F-AD13-63A0F42F8980}" dt="2026-09-23T13:02:32.229" v="1167" actId="22"/>
          <ac:picMkLst>
            <pc:docMk/>
            <pc:sldMk cId="0" sldId="309"/>
            <ac:picMk id="11" creationId="{341EB3E9-A639-C3F2-ED82-3DF922F55AFF}"/>
          </ac:picMkLst>
        </pc:picChg>
        <pc:picChg chg="del">
          <ac:chgData name="AAKASH S S" userId="4867e4956d9d8e0e" providerId="LiveId" clId="{88E99779-1129-406F-AD13-63A0F42F8980}" dt="2026-09-23T09:43:44.994" v="1006" actId="478"/>
          <ac:picMkLst>
            <pc:docMk/>
            <pc:sldMk cId="0" sldId="309"/>
            <ac:picMk id="12" creationId="{00000000-0000-0000-0000-000000000000}"/>
          </ac:picMkLst>
        </pc:picChg>
        <pc:picChg chg="add">
          <ac:chgData name="AAKASH S S" userId="4867e4956d9d8e0e" providerId="LiveId" clId="{88E99779-1129-406F-AD13-63A0F42F8980}" dt="2026-09-23T13:06:16.216" v="1193" actId="22"/>
          <ac:picMkLst>
            <pc:docMk/>
            <pc:sldMk cId="0" sldId="309"/>
            <ac:picMk id="14" creationId="{635E55A5-59C4-F85A-45EF-DE9CCE53932E}"/>
          </ac:picMkLst>
        </pc:picChg>
      </pc:sldChg>
      <pc:sldChg chg="add del">
        <pc:chgData name="AAKASH S S" userId="4867e4956d9d8e0e" providerId="LiveId" clId="{88E99779-1129-406F-AD13-63A0F42F8980}" dt="2026-09-23T13:02:12.946" v="1162"/>
        <pc:sldMkLst>
          <pc:docMk/>
          <pc:sldMk cId="3417461772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Technical Approach. Left: six-stage methodology - Understand, Check, Choose, Analyse, Verify, Explain. Right: the layered system architecture from the web UI down through the query contract, readiness gate, specialist models, GIS verification and evidence arbiter to either a verified response or a graceful refusal. Below it, the technology stack. Link the Report / GitHub buttons before submitting.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D9F6-3B57-112B-E5A6-0619C2DB2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B9A2E24-711D-FEDC-8A49-423505D0A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B9CD601C-AF98-0F3C-F381-DE78D56B41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0375B17-70D9-A787-4238-9399FE56E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823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4560-3FD1-4C25-ADF9-8031BDE1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FB837E0-B2A3-E1F7-5F11-04C68C3EF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888951DB-7931-9DB6-88DF-8D4A2DD9F3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02E933F-82EC-70DD-644E-6958D08D8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415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188A-BABC-81C3-B4BF-423B9355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490D3AC-9779-90D2-74E4-86F91DB06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03A63CD-F42D-93DB-7092-1C0A7C12D2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7973692-2484-61C7-D6AC-4DDC5F2E4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509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arxiv.org/abs/2603.29630" TargetMode="External"/><Relationship Id="rId7" Type="http://schemas.openxmlformats.org/officeDocument/2006/relationships/hyperlink" Target="https://arxiv.org/abs/2112.063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1.16822" TargetMode="External"/><Relationship Id="rId5" Type="http://schemas.openxmlformats.org/officeDocument/2006/relationships/hyperlink" Target="https://arxiv.org/abs/2311.15826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arxiv.org/abs/2310.18660" TargetMode="Externa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00950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2242" y="267403"/>
            <a:ext cx="8432800" cy="369341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536" y="1588195"/>
            <a:ext cx="11505114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26167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 An Interactive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Vision-Language Assistant for Multimodal Remote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Sensing Image Analysis through Text Queries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Technology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Organization- Indian Space Research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Organisation(ISRO)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ID- 148995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SatSense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9" y="11426"/>
            <a:ext cx="1800201" cy="850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05DB0D-201A-C8C4-9FEF-96471C14B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119" y="1"/>
            <a:ext cx="1962266" cy="8400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C99D14-4FEF-D631-C16B-BF6244043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93683" y="41177"/>
            <a:ext cx="8408598" cy="964641"/>
          </a:xfrm>
        </p:spPr>
        <p:txBody>
          <a:bodyPr wrap="square" anchor="ctr"/>
          <a:lstStyle/>
          <a:p>
            <a:pPr algn="ctr" eaLnBrk="1" hangingPunct="1"/>
            <a:r>
              <a:rPr lang="en-US" sz="2600" b="1" dirty="0" err="1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US"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sz="2600" b="1" dirty="0">
              <a:solidFill>
                <a:srgbClr val="2830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@SIH Idea submission- Template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227140" y="1481010"/>
            <a:ext cx="3645894" cy="4535742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Elevation-Gated Radar: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terrain height and slope information to prevent mountain shadows, slopes and flat surfaces from being incorrectly identified as flooded areas.</a:t>
            </a:r>
          </a:p>
          <a:p>
            <a:pPr lv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Disagreement Maps: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Compares optical and SAR satellite images to find areas where one image may miss flooding, especially under heavy cloud cover.</a:t>
            </a:r>
          </a:p>
          <a:p>
            <a:pPr lv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Number Guard: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important measurements, such as flooded area, are calculated directly from geospatial data instead of being guessed by AI.</a:t>
            </a:r>
          </a:p>
          <a:p>
            <a:pPr lv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Tactical Field Packs:</a:t>
            </a:r>
          </a:p>
          <a:p>
            <a:pPr lvl="0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 ready-to-use package containing maps, detected areas and supporting evidence that field teams can access even without internet.</a:t>
            </a:r>
          </a:p>
          <a:p>
            <a:pPr>
              <a:spcAft>
                <a:spcPts val="500"/>
              </a:spcAft>
              <a:defRPr sz="1280">
                <a:solidFill>
                  <a:srgbClr val="283037"/>
                </a:solidFill>
                <a:latin typeface="Aptos"/>
              </a:defRPr>
            </a:pP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9" name="Rounded Rectangle 15368"/>
          <p:cNvSpPr/>
          <p:nvPr/>
        </p:nvSpPr>
        <p:spPr>
          <a:xfrm>
            <a:off x="8227004" y="1333945"/>
            <a:ext cx="3592007" cy="555644"/>
          </a:xfrm>
          <a:prstGeom prst="roundRect">
            <a:avLst>
              <a:gd name="adj" fmla="val 50000"/>
            </a:avLst>
          </a:prstGeom>
          <a:solidFill>
            <a:srgbClr val="D5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8" name="Rounded Rectangle 15367">
            <a:extLst>
              <a:ext uri="{FF2B5EF4-FFF2-40B4-BE49-F238E27FC236}">
                <a16:creationId xmlns:a16="http://schemas.microsoft.com/office/drawing/2014/main" id="{4F83417A-5FBA-1CEB-3577-351B1F1BFB64}"/>
              </a:ext>
            </a:extLst>
          </p:cNvPr>
          <p:cNvSpPr/>
          <p:nvPr/>
        </p:nvSpPr>
        <p:spPr>
          <a:xfrm>
            <a:off x="4197133" y="1480431"/>
            <a:ext cx="3645894" cy="453097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All-Weather Satellite Analysis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Fuses Cartosat-2S optical with RISAT-1/1A C-band SAR; microwaves penetrate monsoon cloud cover 100%, day or night.</a:t>
            </a:r>
          </a:p>
          <a:p>
            <a:pPr lvl="0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Area Measurement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Area (km²) =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N_pixels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× GSD_x ×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GSD_y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 1,000,000, computed directly from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affine metadata — never estimated by the AI.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Honest Refusal Engine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If CRS mismatch, &lt;80% spatial overlap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or &gt;80% cloud cover without a SAR pair, the system halts and states the exact reason instead of hallucinating.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Proof, Not Just Text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Every answer ships with an interactive Agreement / Disagreement map showing exactly where optical and radar evidence agree or conflict.</a:t>
            </a:r>
          </a:p>
          <a:p>
            <a:pPr algn="ctr">
              <a:spcAft>
                <a:spcPts val="500"/>
              </a:spcAft>
              <a:defRPr sz="1280">
                <a:solidFill>
                  <a:srgbClr val="283037"/>
                </a:solidFill>
                <a:latin typeface="Aptos"/>
              </a:defRPr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5368">
            <a:extLst>
              <a:ext uri="{FF2B5EF4-FFF2-40B4-BE49-F238E27FC236}">
                <a16:creationId xmlns:a16="http://schemas.microsoft.com/office/drawing/2014/main" id="{20C4570B-38A3-2B33-0F2E-7DF2E44C0CD6}"/>
              </a:ext>
            </a:extLst>
          </p:cNvPr>
          <p:cNvSpPr/>
          <p:nvPr/>
        </p:nvSpPr>
        <p:spPr>
          <a:xfrm>
            <a:off x="4250884" y="1308001"/>
            <a:ext cx="3592007" cy="555644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7425">
            <a:extLst>
              <a:ext uri="{FF2B5EF4-FFF2-40B4-BE49-F238E27FC236}">
                <a16:creationId xmlns:a16="http://schemas.microsoft.com/office/drawing/2014/main" id="{841F8137-EC0A-E7EB-E812-02604F7702C3}"/>
              </a:ext>
            </a:extLst>
          </p:cNvPr>
          <p:cNvSpPr/>
          <p:nvPr/>
        </p:nvSpPr>
        <p:spPr>
          <a:xfrm>
            <a:off x="137650" y="1770326"/>
            <a:ext cx="3675370" cy="1658674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algn="just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"During Assam's monsoon floods, NDRF coordinators can't get a fast, trustworthy answer to 'how much land is underwater?' Regular AI models can't read satellite coordinates or calculate real ground area — and a manual assessment currently takes ~4 hours, with monsoon clouds blocking optical satellites roughly 78% of the time."</a:t>
            </a:r>
          </a:p>
          <a:p>
            <a:pPr algn="just"/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368">
            <a:extLst>
              <a:ext uri="{FF2B5EF4-FFF2-40B4-BE49-F238E27FC236}">
                <a16:creationId xmlns:a16="http://schemas.microsoft.com/office/drawing/2014/main" id="{14E9E715-6694-19F3-40DB-0600E6CF68D1}"/>
              </a:ext>
            </a:extLst>
          </p:cNvPr>
          <p:cNvSpPr/>
          <p:nvPr/>
        </p:nvSpPr>
        <p:spPr>
          <a:xfrm>
            <a:off x="167194" y="1333945"/>
            <a:ext cx="3645894" cy="613488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HOOK</a:t>
            </a:r>
          </a:p>
        </p:txBody>
      </p:sp>
      <p:sp>
        <p:nvSpPr>
          <p:cNvPr id="20" name="Rounded Rectangle 17425">
            <a:extLst>
              <a:ext uri="{FF2B5EF4-FFF2-40B4-BE49-F238E27FC236}">
                <a16:creationId xmlns:a16="http://schemas.microsoft.com/office/drawing/2014/main" id="{23C13001-8E7D-0CCB-C616-6B92AFAF75AA}"/>
              </a:ext>
            </a:extLst>
          </p:cNvPr>
          <p:cNvSpPr/>
          <p:nvPr/>
        </p:nvSpPr>
        <p:spPr>
          <a:xfrm>
            <a:off x="137650" y="4477278"/>
            <a:ext cx="3835144" cy="1539474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algn="just"/>
            <a:r>
              <a:rPr lang="en-IN" sz="9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→ Check → Choose → </a:t>
            </a:r>
            <a:r>
              <a:rPr lang="en-IN" sz="9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9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Verify → Explain</a:t>
            </a:r>
          </a:p>
          <a:p>
            <a:pPr algn="just"/>
            <a:br>
              <a:rPr lang="en-I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SatQuery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is a "Careful Coordinator," not a black-box chatbot — it validates data before it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refuses honestly rather than guessing.</a:t>
            </a:r>
          </a:p>
          <a:p>
            <a:pPr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15368">
            <a:extLst>
              <a:ext uri="{FF2B5EF4-FFF2-40B4-BE49-F238E27FC236}">
                <a16:creationId xmlns:a16="http://schemas.microsoft.com/office/drawing/2014/main" id="{4470C33F-1E52-F5C7-FE05-25B6EF6FEE22}"/>
              </a:ext>
            </a:extLst>
          </p:cNvPr>
          <p:cNvSpPr/>
          <p:nvPr/>
        </p:nvSpPr>
        <p:spPr>
          <a:xfrm>
            <a:off x="252361" y="4168684"/>
            <a:ext cx="3645894" cy="6134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PHILOSOPHY</a:t>
            </a:r>
            <a:endParaRPr lang="en-IN"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5AB1EE-C6B3-6571-BC4B-A3F6C9634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7" y="11609"/>
            <a:ext cx="1800201" cy="8500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2B6A91-0CA5-6EF5-7049-04405C09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531" y="11426"/>
            <a:ext cx="1962266" cy="8400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C633-ED2A-5920-F7FD-7C34657E7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8271510" cy="945032"/>
          </a:xfrm>
        </p:spPr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</a:t>
            </a:r>
            <a:r>
              <a:rPr lang="en-US" dirty="0">
                <a:solidFill>
                  <a:schemeClr val="bg1"/>
                </a:solidFill>
                <a:cs typeface="Times New Roman" panose="02020603050405020304" pitchFamily="18" charset="0"/>
              </a:rPr>
              <a:t>submission-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Template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92608" y="1150999"/>
            <a:ext cx="3611880" cy="368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3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PROCESS</a:t>
            </a:r>
          </a:p>
          <a:p>
            <a:pPr algn="l">
              <a:lnSpc>
                <a:spcPct val="92000"/>
              </a:lnSpc>
            </a:pPr>
            <a:r>
              <a:rPr sz="13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IMPLEMENTATION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568756" y="1956816"/>
            <a:ext cx="14630" cy="3840480"/>
          </a:xfrm>
          <a:prstGeom prst="rect">
            <a:avLst/>
          </a:prstGeom>
          <a:solidFill>
            <a:srgbClr val="C3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1627632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4" name="Oval 17413"/>
          <p:cNvSpPr/>
          <p:nvPr/>
        </p:nvSpPr>
        <p:spPr>
          <a:xfrm>
            <a:off x="420624" y="1801368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22960" y="1756633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question is parsed into a typed Query Contract (Pydantic v2): intent, sensor, dates, output.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92608" y="2395728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7" name="Oval 17416"/>
          <p:cNvSpPr/>
          <p:nvPr/>
        </p:nvSpPr>
        <p:spPr>
          <a:xfrm>
            <a:off x="420624" y="256946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960" y="2524729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Readiness Gate validates CRS / EPSG, affine transform, GSD, cloud cover and footprint overlap (IoU &gt;= 0.20).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92608" y="3163824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0" name="Oval 17419"/>
          <p:cNvSpPr/>
          <p:nvPr/>
        </p:nvSpPr>
        <p:spPr>
          <a:xfrm>
            <a:off x="420624" y="333756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2960" y="3292825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router selects the certified specialist model from the registry - no free-form LLM tool calling.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92608" y="3931920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3" name="Oval 17422"/>
          <p:cNvSpPr/>
          <p:nvPr/>
        </p:nvSpPr>
        <p:spPr>
          <a:xfrm>
            <a:off x="420624" y="410565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2960" y="4060921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Specialist tools run: RS-VLM VQA, text-guided grounding, Siamese change detection, Optical-SAR fusion.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92608" y="4700016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6" name="Oval 17425"/>
          <p:cNvSpPr/>
          <p:nvPr/>
        </p:nvSpPr>
        <p:spPr>
          <a:xfrm>
            <a:off x="420624" y="4873752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22960" y="4829017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 math converts masks to km2; cross-modal agreement and harmonic confidence produce the ERI state.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92608" y="5468112"/>
            <a:ext cx="3611880" cy="658368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9" name="Oval 17428"/>
          <p:cNvSpPr/>
          <p:nvPr/>
        </p:nvSpPr>
        <p:spPr>
          <a:xfrm>
            <a:off x="420624" y="5641848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2960" y="5597113"/>
            <a:ext cx="3035808" cy="400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</a:t>
            </a:r>
          </a:p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+ map overlays + measurements + limitations + JSON execution trace and PDF / GeoJSON export.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069080" y="1115568"/>
            <a:ext cx="7827264" cy="3182112"/>
          </a:xfrm>
          <a:prstGeom prst="roundRect">
            <a:avLst>
              <a:gd name="adj" fmla="val 3000"/>
            </a:avLst>
          </a:prstGeom>
          <a:solidFill>
            <a:srgbClr val="F7FAFB"/>
          </a:solidFill>
          <a:ln w="12700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2" name="TextBox 17431"/>
          <p:cNvSpPr txBox="1"/>
          <p:nvPr/>
        </p:nvSpPr>
        <p:spPr>
          <a:xfrm>
            <a:off x="4206240" y="1190609"/>
            <a:ext cx="7552944" cy="1608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206240" y="1426464"/>
            <a:ext cx="7552944" cy="292608"/>
          </a:xfrm>
          <a:prstGeom prst="roundRect">
            <a:avLst>
              <a:gd name="adj" fmla="val 18000"/>
            </a:avLst>
          </a:prstGeom>
          <a:solidFill>
            <a:srgbClr val="1F3B73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/ WEB UI    -    question</a:t>
            </a:r>
            <a:r>
              <a:rPr lang="en-US"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 image upload  •  AOI  •  interactive map  •  results</a:t>
            </a:r>
          </a:p>
        </p:txBody>
      </p:sp>
      <p:sp>
        <p:nvSpPr>
          <p:cNvPr id="17434" name="Down Arrow 17433"/>
          <p:cNvSpPr/>
          <p:nvPr/>
        </p:nvSpPr>
        <p:spPr>
          <a:xfrm>
            <a:off x="5049773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5" name="Down Arrow 17434"/>
          <p:cNvSpPr/>
          <p:nvPr/>
        </p:nvSpPr>
        <p:spPr>
          <a:xfrm>
            <a:off x="6965441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6" name="Down Arrow 17435"/>
          <p:cNvSpPr/>
          <p:nvPr/>
        </p:nvSpPr>
        <p:spPr>
          <a:xfrm>
            <a:off x="8881110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7" name="Down Arrow 17436"/>
          <p:cNvSpPr/>
          <p:nvPr/>
        </p:nvSpPr>
        <p:spPr>
          <a:xfrm>
            <a:off x="10796778" y="1764792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8" name="Rounded Rectangle 17437"/>
          <p:cNvSpPr/>
          <p:nvPr/>
        </p:nvSpPr>
        <p:spPr>
          <a:xfrm>
            <a:off x="4206240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Contract</a:t>
            </a:r>
          </a:p>
          <a:p>
            <a:pPr algn="ctr">
              <a:lnSpc>
                <a:spcPct val="90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v2 typed task schema: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• sensor • dates • output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21907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Readiness Gate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CRS • affine • GSD • cloud/QA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footprint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temporal match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37575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Registry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+ deterministic routing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certified specialist tools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953243" y="1892807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Store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IDs, provenance,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+ version, timestamps</a:t>
            </a:r>
          </a:p>
        </p:txBody>
      </p:sp>
      <p:sp>
        <p:nvSpPr>
          <p:cNvPr id="17442" name="Down Arrow 17441"/>
          <p:cNvSpPr/>
          <p:nvPr/>
        </p:nvSpPr>
        <p:spPr>
          <a:xfrm>
            <a:off x="5049773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3" name="Down Arrow 17442"/>
          <p:cNvSpPr/>
          <p:nvPr/>
        </p:nvSpPr>
        <p:spPr>
          <a:xfrm>
            <a:off x="6965441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4" name="Down Arrow 17443"/>
          <p:cNvSpPr/>
          <p:nvPr/>
        </p:nvSpPr>
        <p:spPr>
          <a:xfrm>
            <a:off x="8881110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5" name="Down Arrow 17444"/>
          <p:cNvSpPr/>
          <p:nvPr/>
        </p:nvSpPr>
        <p:spPr>
          <a:xfrm>
            <a:off x="10796778" y="2468880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6" name="Rounded Rectangle 17445"/>
          <p:cNvSpPr/>
          <p:nvPr/>
        </p:nvSpPr>
        <p:spPr>
          <a:xfrm>
            <a:off x="4206240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 &amp; Preprocess</a:t>
            </a:r>
          </a:p>
          <a:p>
            <a:pPr algn="ctr">
              <a:lnSpc>
                <a:spcPct val="90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reproject • clip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co-register • sigma0 + Refined Lee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121907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Specialist Models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RS-VLM VQA • grounding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Siamese change • Optical-SAR fusion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037575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 Verification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• overlap • geometry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raster-to-vector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49" name="Rounded Rectangle 17448"/>
          <p:cNvSpPr/>
          <p:nvPr/>
        </p:nvSpPr>
        <p:spPr>
          <a:xfrm>
            <a:off x="9953243" y="2596896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Arbiter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vs SAR agreement,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disagreement + reference check</a:t>
            </a:r>
          </a:p>
        </p:txBody>
      </p:sp>
      <p:sp>
        <p:nvSpPr>
          <p:cNvPr id="17450" name="Down Arrow 17449"/>
          <p:cNvSpPr/>
          <p:nvPr/>
        </p:nvSpPr>
        <p:spPr>
          <a:xfrm>
            <a:off x="5049773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1" name="Down Arrow 17450"/>
          <p:cNvSpPr/>
          <p:nvPr/>
        </p:nvSpPr>
        <p:spPr>
          <a:xfrm>
            <a:off x="6965441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2" name="Down Arrow 17451"/>
          <p:cNvSpPr/>
          <p:nvPr/>
        </p:nvSpPr>
        <p:spPr>
          <a:xfrm>
            <a:off x="8881110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3" name="Down Arrow 17452"/>
          <p:cNvSpPr/>
          <p:nvPr/>
        </p:nvSpPr>
        <p:spPr>
          <a:xfrm>
            <a:off x="10796778" y="3172968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4" name="Rounded Rectangle 17453"/>
          <p:cNvSpPr/>
          <p:nvPr/>
        </p:nvSpPr>
        <p:spPr>
          <a:xfrm>
            <a:off x="4206240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Evidence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/ change mask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confidence + timestamp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6121907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 Evidence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backscatter change mask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confidence + timestamp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037575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FDF0DC"/>
          </a:solidFill>
          <a:ln w="12700">
            <a:solidFill>
              <a:srgbClr val="C87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• MEDIUM • LOW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• CONFLICTING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9953243" y="3300984"/>
            <a:ext cx="1805939" cy="530352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0000"/>
              </a:lnSpc>
            </a:pPr>
            <a:r>
              <a:rPr sz="900" b="1" i="0" dirty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Trace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ID, tool, parameters,</a:t>
            </a:r>
          </a:p>
          <a:p>
            <a:pPr algn="ctr">
              <a:lnSpc>
                <a:spcPct val="90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latency, status (JSON)</a:t>
            </a:r>
          </a:p>
        </p:txBody>
      </p:sp>
      <p:sp>
        <p:nvSpPr>
          <p:cNvPr id="17458" name="Down Arrow 17457"/>
          <p:cNvSpPr/>
          <p:nvPr/>
        </p:nvSpPr>
        <p:spPr>
          <a:xfrm>
            <a:off x="5049773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59" name="Down Arrow 17458"/>
          <p:cNvSpPr/>
          <p:nvPr/>
        </p:nvSpPr>
        <p:spPr>
          <a:xfrm>
            <a:off x="6965441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0" name="Down Arrow 17459"/>
          <p:cNvSpPr/>
          <p:nvPr/>
        </p:nvSpPr>
        <p:spPr>
          <a:xfrm>
            <a:off x="8881110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1" name="Down Arrow 17460"/>
          <p:cNvSpPr/>
          <p:nvPr/>
        </p:nvSpPr>
        <p:spPr>
          <a:xfrm>
            <a:off x="10796778" y="3849624"/>
            <a:ext cx="118872" cy="91440"/>
          </a:xfrm>
          <a:prstGeom prst="downArrow">
            <a:avLst/>
          </a:prstGeom>
          <a:solidFill>
            <a:srgbClr val="8F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2" name="Rounded Rectangle 17461"/>
          <p:cNvSpPr/>
          <p:nvPr/>
        </p:nvSpPr>
        <p:spPr>
          <a:xfrm>
            <a:off x="4206240" y="3959352"/>
            <a:ext cx="5120640" cy="292608"/>
          </a:xfrm>
          <a:prstGeom prst="roundRect">
            <a:avLst>
              <a:gd name="adj" fmla="val 18000"/>
            </a:avLst>
          </a:prstGeom>
          <a:solidFill>
            <a:srgbClr val="E6F5EC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780" b="1" i="0">
                <a:solidFill>
                  <a:srgbClr val="1B5E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RESPONSE  -  answer + map + measurements + limitations + audit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9436608" y="3959352"/>
            <a:ext cx="2322576" cy="292608"/>
          </a:xfrm>
          <a:prstGeom prst="roundRect">
            <a:avLst>
              <a:gd name="adj" fmla="val 18000"/>
            </a:avLst>
          </a:prstGeom>
          <a:solidFill>
            <a:srgbClr val="FBEAE7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>
              <a:lnSpc>
                <a:spcPct val="95000"/>
              </a:lnSpc>
            </a:pPr>
            <a:r>
              <a:rPr sz="780" b="1" i="0">
                <a:solidFill>
                  <a:srgbClr val="B03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GRACEFUL REFUSAL  -  nothing fabricated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069080" y="4385534"/>
            <a:ext cx="7827264" cy="1900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406908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6" name="Oval 17465"/>
          <p:cNvSpPr/>
          <p:nvPr/>
        </p:nvSpPr>
        <p:spPr>
          <a:xfrm>
            <a:off x="4178808" y="4709160"/>
            <a:ext cx="310896" cy="310896"/>
          </a:xfrm>
          <a:prstGeom prst="ellipse">
            <a:avLst/>
          </a:prstGeom>
          <a:solidFill>
            <a:srgbClr val="1F3B73"/>
          </a:solidFill>
          <a:ln w="6350">
            <a:solidFill>
              <a:srgbClr val="1F3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17880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+ Vanilla ES6. Leaflet.js side-by-side swipe viewer, layer toggles, live trace terminal.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56285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72084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0" name="Oval 17469"/>
          <p:cNvSpPr/>
          <p:nvPr/>
        </p:nvSpPr>
        <p:spPr>
          <a:xfrm>
            <a:off x="6830568" y="4709160"/>
            <a:ext cx="310896" cy="310896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83056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3.11,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Async ingestion; /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/query, /validate, /presets, /export.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721461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9372600" y="4608576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4" name="Oval 17473"/>
          <p:cNvSpPr/>
          <p:nvPr/>
        </p:nvSpPr>
        <p:spPr>
          <a:xfrm>
            <a:off x="9482328" y="4709160"/>
            <a:ext cx="310896" cy="310896"/>
          </a:xfrm>
          <a:prstGeom prst="ellipse">
            <a:avLst/>
          </a:prstGeom>
          <a:solidFill>
            <a:srgbClr val="6B4FA0"/>
          </a:solidFill>
          <a:ln w="6350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482328" y="5029200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-tuned RS-VLM, grounding head, Siamese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ChangeFormer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Optical-SAR</a:t>
            </a:r>
            <a:r>
              <a:rPr lang="en-US"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6" name="TextBox 17475"/>
          <p:cNvSpPr txBox="1"/>
          <p:nvPr/>
        </p:nvSpPr>
        <p:spPr>
          <a:xfrm>
            <a:off x="9866376" y="4795166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ML Models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406908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8" name="Oval 17477"/>
          <p:cNvSpPr/>
          <p:nvPr/>
        </p:nvSpPr>
        <p:spPr>
          <a:xfrm>
            <a:off x="4178808" y="5495544"/>
            <a:ext cx="310896" cy="310896"/>
          </a:xfrm>
          <a:prstGeom prst="ellipse">
            <a:avLst/>
          </a:prstGeom>
          <a:solidFill>
            <a:srgbClr val="C87A11"/>
          </a:solidFill>
          <a:ln w="6350">
            <a:solidFill>
              <a:srgbClr val="C87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4178808" y="5805219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GDAL,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pyproj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shapely,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OpenCV. RFC 7946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QGIS</a:t>
            </a:r>
            <a:r>
              <a:rPr lang="en-US"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900" b="0" i="0" dirty="0">
              <a:solidFill>
                <a:srgbClr val="44566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0" name="TextBox 17479"/>
          <p:cNvSpPr txBox="1"/>
          <p:nvPr/>
        </p:nvSpPr>
        <p:spPr>
          <a:xfrm>
            <a:off x="456285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672084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2" name="Oval 17481"/>
          <p:cNvSpPr/>
          <p:nvPr/>
        </p:nvSpPr>
        <p:spPr>
          <a:xfrm>
            <a:off x="6830568" y="5495544"/>
            <a:ext cx="310896" cy="310896"/>
          </a:xfrm>
          <a:prstGeom prst="ellipse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6830568" y="5815584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Cartosat-2S optical + RISAT-1/1A SAR.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BigEarthNet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VRSBench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RSVQA, CDVQA.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721461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Sensors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9372600" y="5394960"/>
            <a:ext cx="252374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86" name="Oval 17485"/>
          <p:cNvSpPr/>
          <p:nvPr/>
        </p:nvSpPr>
        <p:spPr>
          <a:xfrm>
            <a:off x="9482328" y="5495544"/>
            <a:ext cx="310896" cy="310896"/>
          </a:xfrm>
          <a:prstGeom prst="ellipse">
            <a:avLst/>
          </a:prstGeom>
          <a:solidFill>
            <a:srgbClr val="4A5A6B"/>
          </a:solidFill>
          <a:ln w="6350">
            <a:solidFill>
              <a:srgbClr val="4A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66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OPS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9482328" y="5815584"/>
            <a:ext cx="2304288" cy="254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Docker. Air-gapped on-premise or GPU cloud. </a:t>
            </a:r>
            <a:r>
              <a:rPr sz="900" b="0" i="0" dirty="0" err="1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ReportLab</a:t>
            </a:r>
            <a:r>
              <a:rPr sz="900" b="0" i="0" dirty="0">
                <a:solidFill>
                  <a:srgbClr val="4456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PDF intelligence dossier.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9866376" y="5581550"/>
            <a:ext cx="1920240" cy="13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F3B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986B3-6657-B252-E1FA-528794DCB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-13213"/>
            <a:ext cx="1800201" cy="850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1EB3E9-A639-C3F2-ED82-3DF922F55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5E55A5-59C4-F85A-45EF-DE9CCE539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7459-BDAE-B2AA-AC79-1564CF70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7411">
            <a:extLst>
              <a:ext uri="{FF2B5EF4-FFF2-40B4-BE49-F238E27FC236}">
                <a16:creationId xmlns:a16="http://schemas.microsoft.com/office/drawing/2014/main" id="{EB446083-A184-7834-4D3F-C5895AF0FFF3}"/>
              </a:ext>
            </a:extLst>
          </p:cNvPr>
          <p:cNvSpPr/>
          <p:nvPr/>
        </p:nvSpPr>
        <p:spPr>
          <a:xfrm>
            <a:off x="3274008" y="1427037"/>
            <a:ext cx="2717750" cy="444544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&amp; 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Optical images may be blocked by clouds, haze or darkness. </a:t>
            </a: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SAR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observation.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Detection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SAR noise, terrain and similar surfaces can cause false flood detection. Use filtering and terrain checks.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Misalignment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Images from different dates may not line up correctly. Automatically align images before comparison.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Processing Limits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Large images or missing data can affect speed and accuracy. Use efficient processing and data-quality checks.</a:t>
            </a:r>
          </a:p>
        </p:txBody>
      </p:sp>
      <p:sp>
        <p:nvSpPr>
          <p:cNvPr id="18" name="Rounded Rectangle 17411">
            <a:extLst>
              <a:ext uri="{FF2B5EF4-FFF2-40B4-BE49-F238E27FC236}">
                <a16:creationId xmlns:a16="http://schemas.microsoft.com/office/drawing/2014/main" id="{F303C47E-96BB-5340-37B8-E8DA8990DC38}"/>
              </a:ext>
            </a:extLst>
          </p:cNvPr>
          <p:cNvSpPr/>
          <p:nvPr/>
        </p:nvSpPr>
        <p:spPr>
          <a:xfrm>
            <a:off x="9239114" y="1435472"/>
            <a:ext cx="2604546" cy="4437005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Fusion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Combines optical and SAR images to maintain visibility through clouds and darkness. </a:t>
            </a:r>
            <a:b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&amp; Terrain Filtering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Reduces false flood detection caused by radar noise, hills and similar surfaces.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Image Alignment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Aligns images from different dates before comparison to prevent false change detection.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Processing &amp; Data Checks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Processes large images efficiently and checks data quality before analysis to avoid unreliable results.</a:t>
            </a:r>
          </a:p>
          <a:p>
            <a:pPr algn="just">
              <a:spcAft>
                <a:spcPts val="500"/>
              </a:spcAft>
              <a:defRPr sz="1200">
                <a:solidFill>
                  <a:srgbClr val="283037"/>
                </a:solidFill>
                <a:latin typeface="Aptos"/>
              </a:defRPr>
            </a:pP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17411">
            <a:extLst>
              <a:ext uri="{FF2B5EF4-FFF2-40B4-BE49-F238E27FC236}">
                <a16:creationId xmlns:a16="http://schemas.microsoft.com/office/drawing/2014/main" id="{E48DC04D-90BF-6E26-1DF2-D26E59B68F04}"/>
              </a:ext>
            </a:extLst>
          </p:cNvPr>
          <p:cNvSpPr/>
          <p:nvPr/>
        </p:nvSpPr>
        <p:spPr>
          <a:xfrm>
            <a:off x="284665" y="1435472"/>
            <a:ext cx="2616232" cy="4437007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on open-source tooling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pre-trained models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GeoChat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NASA OPERA) — no costly training run needed.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are free &amp; public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ISRO Bhuvan, NDMA, Copernicus, USGS, NASA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Earthdata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zero licensing cost.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Ongoing cost is modest, usage-scaled GPU inference.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Validated on RSVQA /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VRSBench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CDVQA / SEN12 - Flood — &lt;1% geocoding error.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8E8273-4935-E974-7F12-7FB827530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7A290DD8-716A-A846-07DF-08DDEAD7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83" y="-4668"/>
            <a:ext cx="7683062" cy="992378"/>
          </a:xfrm>
        </p:spPr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220C6-DE3F-9EA6-B756-BC3E6FC4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D721A0-0423-3C80-6C0D-0488E444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</a:p>
        </p:txBody>
      </p:sp>
      <p:sp>
        <p:nvSpPr>
          <p:cNvPr id="17412" name="Rounded Rectangle 17411">
            <a:extLst>
              <a:ext uri="{FF2B5EF4-FFF2-40B4-BE49-F238E27FC236}">
                <a16:creationId xmlns:a16="http://schemas.microsoft.com/office/drawing/2014/main" id="{3C8DE894-1801-5946-0BDB-318410AA58A3}"/>
              </a:ext>
            </a:extLst>
          </p:cNvPr>
          <p:cNvSpPr/>
          <p:nvPr/>
        </p:nvSpPr>
        <p:spPr>
          <a:xfrm>
            <a:off x="6263351" y="1435472"/>
            <a:ext cx="2717750" cy="4445441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to Build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Uses existing AI, satellite and GIS technologies.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With Real Data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Can use ISRO satellite imagery such as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Cartosat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RISAT.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Can be extended to different regions, disasters and satellite datasets. </a:t>
            </a:r>
          </a:p>
          <a:p>
            <a:pPr lvl="0" algn="just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Field-Ready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Can provide maps, reports and offline results for disaster-response teams.</a:t>
            </a:r>
          </a:p>
          <a:p>
            <a:pPr lvl="0" algn="just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Future-Ready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Can support more satellite sensors and AI models as they become available.</a:t>
            </a:r>
          </a:p>
        </p:txBody>
      </p:sp>
      <p:sp>
        <p:nvSpPr>
          <p:cNvPr id="12" name="Rounded Rectangle 17416">
            <a:extLst>
              <a:ext uri="{FF2B5EF4-FFF2-40B4-BE49-F238E27FC236}">
                <a16:creationId xmlns:a16="http://schemas.microsoft.com/office/drawing/2014/main" id="{9CAF80AF-7FA5-E373-C3F3-A52EF43AD4F9}"/>
              </a:ext>
            </a:extLst>
          </p:cNvPr>
          <p:cNvSpPr/>
          <p:nvPr/>
        </p:nvSpPr>
        <p:spPr>
          <a:xfrm>
            <a:off x="9239113" y="1376574"/>
            <a:ext cx="2641601" cy="586708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</a:t>
            </a:r>
            <a:endParaRPr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416">
            <a:extLst>
              <a:ext uri="{FF2B5EF4-FFF2-40B4-BE49-F238E27FC236}">
                <a16:creationId xmlns:a16="http://schemas.microsoft.com/office/drawing/2014/main" id="{EF42F697-0DFF-6163-D7D4-074AADA06A63}"/>
              </a:ext>
            </a:extLst>
          </p:cNvPr>
          <p:cNvSpPr/>
          <p:nvPr/>
        </p:nvSpPr>
        <p:spPr>
          <a:xfrm>
            <a:off x="6300550" y="1376574"/>
            <a:ext cx="2590820" cy="586708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</p:txBody>
      </p:sp>
      <p:sp>
        <p:nvSpPr>
          <p:cNvPr id="14" name="Rounded Rectangle 17416">
            <a:extLst>
              <a:ext uri="{FF2B5EF4-FFF2-40B4-BE49-F238E27FC236}">
                <a16:creationId xmlns:a16="http://schemas.microsoft.com/office/drawing/2014/main" id="{5BC53AE5-B409-870C-08D3-ED8933899A6A}"/>
              </a:ext>
            </a:extLst>
          </p:cNvPr>
          <p:cNvSpPr/>
          <p:nvPr/>
        </p:nvSpPr>
        <p:spPr>
          <a:xfrm>
            <a:off x="3235057" y="1362621"/>
            <a:ext cx="2719502" cy="586708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RISKS</a:t>
            </a:r>
          </a:p>
        </p:txBody>
      </p:sp>
      <p:sp>
        <p:nvSpPr>
          <p:cNvPr id="16" name="Rounded Rectangle 17416">
            <a:extLst>
              <a:ext uri="{FF2B5EF4-FFF2-40B4-BE49-F238E27FC236}">
                <a16:creationId xmlns:a16="http://schemas.microsoft.com/office/drawing/2014/main" id="{73F59568-05E6-D01D-A676-C509602A2AC0}"/>
              </a:ext>
            </a:extLst>
          </p:cNvPr>
          <p:cNvSpPr/>
          <p:nvPr/>
        </p:nvSpPr>
        <p:spPr>
          <a:xfrm>
            <a:off x="348341" y="1349964"/>
            <a:ext cx="2560989" cy="586708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425BD-6F39-DB04-DD02-D0803E16D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184"/>
            <a:ext cx="1800201" cy="8500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E5FF7B-E920-229E-2CA8-5B9328060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754D04-4F85-053E-A5C9-168AC311C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4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33CB-7F7A-4F80-5890-72C1FAA4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78AD1C-4718-60A8-5A1D-458E17EECEF4}"/>
              </a:ext>
            </a:extLst>
          </p:cNvPr>
          <p:cNvSpPr/>
          <p:nvPr/>
        </p:nvSpPr>
        <p:spPr>
          <a:xfrm>
            <a:off x="-10106" y="1054591"/>
            <a:ext cx="3972074" cy="565495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8377A-2327-0255-3B84-7A08CAC87AAF}"/>
              </a:ext>
            </a:extLst>
          </p:cNvPr>
          <p:cNvSpPr/>
          <p:nvPr/>
        </p:nvSpPr>
        <p:spPr>
          <a:xfrm>
            <a:off x="3962402" y="1054590"/>
            <a:ext cx="3952240" cy="56605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35EACE-5B04-560E-5C82-93EC4464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1DD337E-E690-6C74-DE11-276C096E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 eaLnBrk="1" hangingPunct="1"/>
            <a:r>
              <a:rPr sz="2600" b="1" dirty="0">
                <a:solidFill>
                  <a:schemeClr val="bg1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E8D424-930F-EED9-EFD8-54560865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56867-D5C1-3BE4-ADA3-E4EA113C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5A6E6D9B-0FC4-03EB-C3B9-7AB899DA4C1B}"/>
              </a:ext>
            </a:extLst>
          </p:cNvPr>
          <p:cNvSpPr/>
          <p:nvPr/>
        </p:nvSpPr>
        <p:spPr>
          <a:xfrm rot="10800000">
            <a:off x="2052889" y="1960410"/>
            <a:ext cx="3812878" cy="3602728"/>
          </a:xfrm>
          <a:prstGeom prst="pie">
            <a:avLst>
              <a:gd name="adj1" fmla="val 5377505"/>
              <a:gd name="adj2" fmla="val 16200000"/>
            </a:avLst>
          </a:prstGeom>
          <a:solidFill>
            <a:schemeClr val="bg2">
              <a:lumMod val="50000"/>
            </a:schemeClr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61530B48-5749-A23A-443F-FEAE84B98AFD}"/>
              </a:ext>
            </a:extLst>
          </p:cNvPr>
          <p:cNvSpPr/>
          <p:nvPr/>
        </p:nvSpPr>
        <p:spPr>
          <a:xfrm>
            <a:off x="2038769" y="1962202"/>
            <a:ext cx="3812878" cy="3602728"/>
          </a:xfrm>
          <a:prstGeom prst="pie">
            <a:avLst>
              <a:gd name="adj1" fmla="val 5377505"/>
              <a:gd name="adj2" fmla="val 1620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AC35D-2369-B8EA-63C5-AF3FF3589EF5}"/>
              </a:ext>
            </a:extLst>
          </p:cNvPr>
          <p:cNvSpPr/>
          <p:nvPr/>
        </p:nvSpPr>
        <p:spPr>
          <a:xfrm rot="5400000">
            <a:off x="2073393" y="3035904"/>
            <a:ext cx="2281976" cy="14616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42C83D-D051-2F04-530C-D4A6A2945060}"/>
              </a:ext>
            </a:extLst>
          </p:cNvPr>
          <p:cNvSpPr/>
          <p:nvPr/>
        </p:nvSpPr>
        <p:spPr>
          <a:xfrm rot="16200000">
            <a:off x="3629353" y="3221813"/>
            <a:ext cx="2265682" cy="100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 useBgFill="1">
        <p:nvSpPr>
          <p:cNvPr id="17" name="Flowchart: Connector 16">
            <a:extLst>
              <a:ext uri="{FF2B5EF4-FFF2-40B4-BE49-F238E27FC236}">
                <a16:creationId xmlns:a16="http://schemas.microsoft.com/office/drawing/2014/main" id="{6A87B141-7E42-E6B5-B176-2A4B31C1F277}"/>
              </a:ext>
            </a:extLst>
          </p:cNvPr>
          <p:cNvSpPr/>
          <p:nvPr/>
        </p:nvSpPr>
        <p:spPr>
          <a:xfrm>
            <a:off x="2742235" y="1859618"/>
            <a:ext cx="900487" cy="522291"/>
          </a:xfrm>
          <a:prstGeom prst="flowChartConnector">
            <a:avLst/>
          </a:prstGeom>
          <a:ln>
            <a:solidFill>
              <a:schemeClr val="bg1"/>
            </a:solidFill>
          </a:ln>
          <a:effectLst>
            <a:glow rad="63500">
              <a:schemeClr val="bg2">
                <a:lumMod val="50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02F31-6C3D-B25B-07A6-703400CF0261}"/>
              </a:ext>
            </a:extLst>
          </p:cNvPr>
          <p:cNvSpPr txBox="1"/>
          <p:nvPr/>
        </p:nvSpPr>
        <p:spPr>
          <a:xfrm>
            <a:off x="194539" y="1920075"/>
            <a:ext cx="2944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disaster teams quickly identify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flooded areas and plan rescue operations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C43A17-96E4-8291-7D48-A1D4F8642350}"/>
              </a:ext>
            </a:extLst>
          </p:cNvPr>
          <p:cNvCxnSpPr>
            <a:cxnSpLocks/>
            <a:endCxn id="13" idx="3"/>
          </p:cNvCxnSpPr>
          <p:nvPr/>
        </p:nvCxnSpPr>
        <p:spPr>
          <a:xfrm>
            <a:off x="3942668" y="1962202"/>
            <a:ext cx="16660" cy="3600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90138F5-F16C-9226-7223-ECD28A8B5830}"/>
              </a:ext>
            </a:extLst>
          </p:cNvPr>
          <p:cNvSpPr/>
          <p:nvPr/>
        </p:nvSpPr>
        <p:spPr>
          <a:xfrm>
            <a:off x="1846290" y="4071577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652270CF-460F-08E4-85F6-882D21D5685B}"/>
              </a:ext>
            </a:extLst>
          </p:cNvPr>
          <p:cNvSpPr/>
          <p:nvPr/>
        </p:nvSpPr>
        <p:spPr>
          <a:xfrm>
            <a:off x="2746777" y="513956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Friendly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60C34-C217-8832-1D22-9E54DC37B073}"/>
              </a:ext>
            </a:extLst>
          </p:cNvPr>
          <p:cNvSpPr/>
          <p:nvPr/>
        </p:nvSpPr>
        <p:spPr>
          <a:xfrm>
            <a:off x="1901114" y="4190251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3B931-6322-746A-2611-E6B303702E73}"/>
              </a:ext>
            </a:extLst>
          </p:cNvPr>
          <p:cNvSpPr txBox="1"/>
          <p:nvPr/>
        </p:nvSpPr>
        <p:spPr>
          <a:xfrm>
            <a:off x="80492" y="2852836"/>
            <a:ext cx="2564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maps and results that </a:t>
            </a:r>
          </a:p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used even in areas with </a:t>
            </a:r>
          </a:p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or no internet.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FC0B67-EF28-DBC6-6BE9-A6CBA20B81C0}"/>
              </a:ext>
            </a:extLst>
          </p:cNvPr>
          <p:cNvSpPr txBox="1"/>
          <p:nvPr/>
        </p:nvSpPr>
        <p:spPr>
          <a:xfrm>
            <a:off x="52031" y="4075397"/>
            <a:ext cx="1923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Quickly measures affected farmland and other damaged areas for relief and compensation.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D548E1-290D-A6E3-EF8A-362CECEAD059}"/>
              </a:ext>
            </a:extLst>
          </p:cNvPr>
          <p:cNvSpPr txBox="1"/>
          <p:nvPr/>
        </p:nvSpPr>
        <p:spPr>
          <a:xfrm>
            <a:off x="351049" y="5110662"/>
            <a:ext cx="28199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non-technical officials to analyse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images using simple questions,</a:t>
            </a:r>
          </a:p>
          <a:p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needing advanced GIS skills.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BF66AE62-A32E-4DF4-BD12-E06193CE075D}"/>
              </a:ext>
            </a:extLst>
          </p:cNvPr>
          <p:cNvSpPr/>
          <p:nvPr/>
        </p:nvSpPr>
        <p:spPr>
          <a:xfrm>
            <a:off x="4254732" y="185961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92853E6D-0336-9C8E-388B-7E66C9C12F06}"/>
              </a:ext>
            </a:extLst>
          </p:cNvPr>
          <p:cNvSpPr/>
          <p:nvPr/>
        </p:nvSpPr>
        <p:spPr>
          <a:xfrm>
            <a:off x="4254730" y="5146141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51E660EB-9F0A-21E9-F0DB-7F9853694516}"/>
              </a:ext>
            </a:extLst>
          </p:cNvPr>
          <p:cNvSpPr/>
          <p:nvPr/>
        </p:nvSpPr>
        <p:spPr>
          <a:xfrm>
            <a:off x="5194506" y="2829728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663C6E80-3820-5CB0-0E9C-E74834C213C9}"/>
              </a:ext>
            </a:extLst>
          </p:cNvPr>
          <p:cNvSpPr/>
          <p:nvPr/>
        </p:nvSpPr>
        <p:spPr>
          <a:xfrm>
            <a:off x="5176920" y="4065364"/>
            <a:ext cx="900487" cy="522291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63500">
              <a:schemeClr val="tx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D56AC1-69CC-DF92-A955-574A56A1870B}"/>
              </a:ext>
            </a:extLst>
          </p:cNvPr>
          <p:cNvSpPr txBox="1"/>
          <p:nvPr/>
        </p:nvSpPr>
        <p:spPr>
          <a:xfrm>
            <a:off x="5290255" y="5130048"/>
            <a:ext cx="2249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Recovers 100% of ground data hidden under storm clouds using radar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FA5D0B-FF96-C332-947F-11BAA3A511BE}"/>
              </a:ext>
            </a:extLst>
          </p:cNvPr>
          <p:cNvSpPr txBox="1"/>
          <p:nvPr/>
        </p:nvSpPr>
        <p:spPr>
          <a:xfrm>
            <a:off x="6149107" y="2852019"/>
            <a:ext cx="17585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Replaces AI guesswork</a:t>
            </a:r>
          </a:p>
          <a:p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 certified ground measurements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CC5A08-130C-BB1A-DF0D-7B46EE958550}"/>
              </a:ext>
            </a:extLst>
          </p:cNvPr>
          <p:cNvSpPr txBox="1"/>
          <p:nvPr/>
        </p:nvSpPr>
        <p:spPr>
          <a:xfrm>
            <a:off x="6114595" y="4038323"/>
            <a:ext cx="27638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non-experts to</a:t>
            </a:r>
          </a:p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satellite analysis in </a:t>
            </a:r>
          </a:p>
          <a:p>
            <a:pPr lvl="0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English.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93DC6B-7B55-1B4F-C82D-10492DAE45CF}"/>
              </a:ext>
            </a:extLst>
          </p:cNvPr>
          <p:cNvSpPr/>
          <p:nvPr/>
        </p:nvSpPr>
        <p:spPr>
          <a:xfrm>
            <a:off x="5265114" y="2940182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705230-104B-E9DE-00DB-49992DE8D863}"/>
              </a:ext>
            </a:extLst>
          </p:cNvPr>
          <p:cNvSpPr/>
          <p:nvPr/>
        </p:nvSpPr>
        <p:spPr>
          <a:xfrm>
            <a:off x="4341153" y="5265328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98D455-8D34-34A4-1E20-9BFF5BAF94E9}"/>
              </a:ext>
            </a:extLst>
          </p:cNvPr>
          <p:cNvSpPr/>
          <p:nvPr/>
        </p:nvSpPr>
        <p:spPr>
          <a:xfrm>
            <a:off x="5191039" y="4186271"/>
            <a:ext cx="900487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96D37B-DB06-1848-862A-BE2E93C8778D}"/>
              </a:ext>
            </a:extLst>
          </p:cNvPr>
          <p:cNvSpPr txBox="1"/>
          <p:nvPr/>
        </p:nvSpPr>
        <p:spPr>
          <a:xfrm>
            <a:off x="5173880" y="1979082"/>
            <a:ext cx="27448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disaster analysis from  hours to minutes.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A6449D-CC6E-33E4-FDC6-C0E9BED8CA4E}"/>
              </a:ext>
            </a:extLst>
          </p:cNvPr>
          <p:cNvSpPr/>
          <p:nvPr/>
        </p:nvSpPr>
        <p:spPr>
          <a:xfrm>
            <a:off x="4309557" y="2013740"/>
            <a:ext cx="790835" cy="258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0E315-FA5D-218B-0916-0B719B06085C}"/>
              </a:ext>
            </a:extLst>
          </p:cNvPr>
          <p:cNvSpPr txBox="1"/>
          <p:nvPr/>
        </p:nvSpPr>
        <p:spPr>
          <a:xfrm>
            <a:off x="2603614" y="244033"/>
            <a:ext cx="61138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2830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9" name="Flowchart: Connector 8">
            <a:extLst>
              <a:ext uri="{FF2B5EF4-FFF2-40B4-BE49-F238E27FC236}">
                <a16:creationId xmlns:a16="http://schemas.microsoft.com/office/drawing/2014/main" id="{AE2B6195-AD17-5CFB-4344-9D13F490CF6D}"/>
              </a:ext>
            </a:extLst>
          </p:cNvPr>
          <p:cNvSpPr/>
          <p:nvPr/>
        </p:nvSpPr>
        <p:spPr>
          <a:xfrm>
            <a:off x="1846290" y="2817309"/>
            <a:ext cx="900487" cy="522291"/>
          </a:xfrm>
          <a:prstGeom prst="flowChartConnector">
            <a:avLst/>
          </a:prstGeom>
          <a:ln>
            <a:solidFill>
              <a:schemeClr val="bg1"/>
            </a:solidFill>
          </a:ln>
          <a:effectLst>
            <a:glow rad="63500">
              <a:schemeClr val="bg2">
                <a:lumMod val="50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4C57E00-57B5-28CE-A2D6-C4B6A8633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663" y="3725274"/>
            <a:ext cx="934285" cy="934285"/>
          </a:xfrm>
          <a:prstGeom prst="rect">
            <a:avLst/>
          </a:prstGeom>
        </p:spPr>
      </p:pic>
      <p:pic>
        <p:nvPicPr>
          <p:cNvPr id="40" name="Picture 39" descr="Sustainable Development Goal 9 - Wikipedia">
            <a:extLst>
              <a:ext uri="{FF2B5EF4-FFF2-40B4-BE49-F238E27FC236}">
                <a16:creationId xmlns:a16="http://schemas.microsoft.com/office/drawing/2014/main" id="{CD4F17CD-37C8-B3BD-EB5E-C6AC45AC2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390" y="3705207"/>
            <a:ext cx="934285" cy="934285"/>
          </a:xfrm>
          <a:prstGeom prst="rect">
            <a:avLst/>
          </a:prstGeom>
        </p:spPr>
      </p:pic>
      <p:pic>
        <p:nvPicPr>
          <p:cNvPr id="41" name="Picture 40" descr="Sustainable Development Goal 13 - Wikipedia">
            <a:extLst>
              <a:ext uri="{FF2B5EF4-FFF2-40B4-BE49-F238E27FC236}">
                <a16:creationId xmlns:a16="http://schemas.microsoft.com/office/drawing/2014/main" id="{560333BC-E5B9-B2F3-0D37-C3B7A801E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1936" y="3705207"/>
            <a:ext cx="934285" cy="934285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C603B83-7AC3-BC83-4676-08FE340307C2}"/>
              </a:ext>
            </a:extLst>
          </p:cNvPr>
          <p:cNvSpPr/>
          <p:nvPr/>
        </p:nvSpPr>
        <p:spPr>
          <a:xfrm>
            <a:off x="7938646" y="4834417"/>
            <a:ext cx="4235712" cy="1502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 (Industry &amp; Innovation):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Infrastructure Bodies &amp; Civil Officers → for bridge/road monitoring and zero-code satellite intelligence.</a:t>
            </a: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11 (Sustainable Cities):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Municipalities &amp; Disaster Agencies → for urban growth tracking and disaster safety.</a:t>
            </a:r>
          </a:p>
          <a:p>
            <a:pPr lvl="0" algn="just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13 (Climate Action):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Covers Farmers, Agricultural Boards &amp; Forestry Teams → for crop loss assessment and environmental change tracking.</a:t>
            </a:r>
          </a:p>
          <a:p>
            <a:pPr algn="just"/>
            <a:endParaRPr lang="en-IN" sz="12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1A08D53-20CD-A553-53FE-23B71D2B8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81036"/>
              </p:ext>
            </p:extLst>
          </p:nvPr>
        </p:nvGraphicFramePr>
        <p:xfrm>
          <a:off x="7946235" y="1058754"/>
          <a:ext cx="4220533" cy="2323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523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Before (manual GIS)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(SatQuery AI)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time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 </a:t>
                      </a:r>
                      <a:r>
                        <a:rPr sz="1000" b="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hrs</a:t>
                      </a: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(GIS scientist in QGIS / ArcGIS)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Minutes, automated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Estimated, scientist-dependent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Within ~1% of certified GIS reference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85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Cloud-blocked scenes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usable answer (78% cloud cover = blind)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ground visibility (SAR fusion)</a:t>
                      </a:r>
                      <a:endParaRPr sz="1000" b="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84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Expertise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Remote-sensing / GIS specialist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officer, via plain-English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90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1">
                          <a:solidFill>
                            <a:srgbClr val="1F3B7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Assam demo result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 extent unknown under cloud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000" b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11.20 km² hidden flood revealed; 18.40 km² (1,840 ha) total measured</a:t>
                      </a:r>
                    </a:p>
                  </a:txBody>
                  <a:tcPr marL="54864" marR="54864" marT="27432" marB="27432" anchor="ctr"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C814E0-5F9A-2528-EC4C-C42380ACCB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977" y="1500"/>
            <a:ext cx="1800201" cy="8500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06562B-C692-82C6-5F8C-394C5C6C1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C0A9636-0BD9-ECC1-A789-939508BBD1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6711" y="32630"/>
            <a:ext cx="1962266" cy="84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845D-BB2C-796D-5EFA-F5F0FFD94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EFFF83-B295-96F5-2078-7E509902A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A18E14E-69D7-1D5D-73F8-2EA0E1470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8313683" cy="103646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B364BD-D414-27A4-233E-7174A284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0AC5-24EA-4B77-654B-DA78A398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896CD84-EDFB-6CB6-AB87-5589E6336D48}"/>
              </a:ext>
            </a:extLst>
          </p:cNvPr>
          <p:cNvSpPr/>
          <p:nvPr/>
        </p:nvSpPr>
        <p:spPr>
          <a:xfrm rot="5400000">
            <a:off x="9503391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378CBF5A-73E8-3AF7-D705-BBEAC236C58E}"/>
              </a:ext>
            </a:extLst>
          </p:cNvPr>
          <p:cNvSpPr/>
          <p:nvPr/>
        </p:nvSpPr>
        <p:spPr>
          <a:xfrm rot="5400000">
            <a:off x="7167052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D8ECA03E-3B27-75C0-CEB1-9967B9715C0C}"/>
              </a:ext>
            </a:extLst>
          </p:cNvPr>
          <p:cNvSpPr/>
          <p:nvPr/>
        </p:nvSpPr>
        <p:spPr>
          <a:xfrm rot="5400000">
            <a:off x="4830713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A68EC3EB-65A4-B4BB-0232-83EF2786EDD2}"/>
              </a:ext>
            </a:extLst>
          </p:cNvPr>
          <p:cNvSpPr/>
          <p:nvPr/>
        </p:nvSpPr>
        <p:spPr>
          <a:xfrm rot="5400000">
            <a:off x="2494374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C18403F8-DFA4-316E-C4DF-C79A5BCF48EA}"/>
              </a:ext>
            </a:extLst>
          </p:cNvPr>
          <p:cNvSpPr/>
          <p:nvPr/>
        </p:nvSpPr>
        <p:spPr>
          <a:xfrm rot="5400000">
            <a:off x="158035" y="1818155"/>
            <a:ext cx="2529192" cy="1628826"/>
          </a:xfrm>
          <a:prstGeom prst="homePlate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952570-A9A3-4903-B119-F0F44C916C4B}"/>
              </a:ext>
            </a:extLst>
          </p:cNvPr>
          <p:cNvSpPr/>
          <p:nvPr/>
        </p:nvSpPr>
        <p:spPr>
          <a:xfrm>
            <a:off x="609600" y="1306915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BigEarthNet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(2026)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Vision-Language Benchmark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6D25C8-1CAF-7806-9391-849F33303D63}"/>
              </a:ext>
            </a:extLst>
          </p:cNvPr>
          <p:cNvSpPr/>
          <p:nvPr/>
        </p:nvSpPr>
        <p:spPr>
          <a:xfrm>
            <a:off x="9952474" y="1317170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&amp; Visual Question Answering (CDVQA 2022)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D11D4A-07E7-4626-1178-3A116F09FF6E}"/>
              </a:ext>
            </a:extLst>
          </p:cNvPr>
          <p:cNvSpPr/>
          <p:nvPr/>
        </p:nvSpPr>
        <p:spPr>
          <a:xfrm>
            <a:off x="2938599" y="1326899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GeoChat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Vision-Language AI for Remote Sensing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A7E1AF-FFED-BD45-BFB5-DE4A8E80AAE4}"/>
              </a:ext>
            </a:extLst>
          </p:cNvPr>
          <p:cNvSpPr/>
          <p:nvPr/>
        </p:nvSpPr>
        <p:spPr>
          <a:xfrm>
            <a:off x="5277126" y="1317172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 for Geospatial AI (2024)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100AF6-E4FD-E1BD-BFE4-315E3D1FDCF3}"/>
              </a:ext>
            </a:extLst>
          </p:cNvPr>
          <p:cNvSpPr/>
          <p:nvPr/>
        </p:nvSpPr>
        <p:spPr>
          <a:xfrm>
            <a:off x="7617235" y="1317172"/>
            <a:ext cx="1628826" cy="1697755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&amp; Multi-Sensor Remote Sensing AI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EarthGPT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3C9966-B131-4984-E1C1-EDBEDD304F8D}"/>
              </a:ext>
            </a:extLst>
          </p:cNvPr>
          <p:cNvSpPr/>
          <p:nvPr/>
        </p:nvSpPr>
        <p:spPr>
          <a:xfrm>
            <a:off x="1087026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026D91-F225-A157-6D32-BCD886FBD1BE}"/>
              </a:ext>
            </a:extLst>
          </p:cNvPr>
          <p:cNvSpPr/>
          <p:nvPr/>
        </p:nvSpPr>
        <p:spPr>
          <a:xfrm>
            <a:off x="5759704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3C3969-2D48-207B-7997-91212BDCE8F4}"/>
              </a:ext>
            </a:extLst>
          </p:cNvPr>
          <p:cNvSpPr/>
          <p:nvPr/>
        </p:nvSpPr>
        <p:spPr>
          <a:xfrm>
            <a:off x="3423365" y="2978060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8C9C22-C90C-40CE-07A1-BAB1C2827FC0}"/>
              </a:ext>
            </a:extLst>
          </p:cNvPr>
          <p:cNvSpPr/>
          <p:nvPr/>
        </p:nvSpPr>
        <p:spPr>
          <a:xfrm>
            <a:off x="8096043" y="2967662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A832E4-7A2E-788B-3BD7-3D1E49F3D83E}"/>
              </a:ext>
            </a:extLst>
          </p:cNvPr>
          <p:cNvSpPr/>
          <p:nvPr/>
        </p:nvSpPr>
        <p:spPr>
          <a:xfrm>
            <a:off x="10432382" y="2967661"/>
            <a:ext cx="671209" cy="17996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ounded Rectangle 17425">
            <a:extLst>
              <a:ext uri="{FF2B5EF4-FFF2-40B4-BE49-F238E27FC236}">
                <a16:creationId xmlns:a16="http://schemas.microsoft.com/office/drawing/2014/main" id="{9E0533E3-6324-4E90-1055-0C419D732923}"/>
              </a:ext>
            </a:extLst>
          </p:cNvPr>
          <p:cNvSpPr/>
          <p:nvPr/>
        </p:nvSpPr>
        <p:spPr>
          <a:xfrm>
            <a:off x="732401" y="4353909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Results: &lt;1% geocoding coordinate error via deterministic affine transforms.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Benchmarking: RSVQA,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VRSBench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CDVQA, SEN12-Flood - trained on 590K+ Sentinel-1/2 patches (BigEarthNet.txt).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100% cloud penetration verified under 80%+ monsoon  cloud cover vs. ground flood atlases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ounded Rectangle 17426">
            <a:extLst>
              <a:ext uri="{FF2B5EF4-FFF2-40B4-BE49-F238E27FC236}">
                <a16:creationId xmlns:a16="http://schemas.microsoft.com/office/drawing/2014/main" id="{BE7165EA-95E6-271E-8F09-EF4B0AB69596}"/>
              </a:ext>
            </a:extLst>
          </p:cNvPr>
          <p:cNvSpPr/>
          <p:nvPr/>
        </p:nvSpPr>
        <p:spPr>
          <a:xfrm>
            <a:off x="732401" y="4188571"/>
            <a:ext cx="5074920" cy="438912"/>
          </a:xfrm>
          <a:prstGeom prst="round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Evidence (Validation &amp; Benchmarking)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17427">
            <a:extLst>
              <a:ext uri="{FF2B5EF4-FFF2-40B4-BE49-F238E27FC236}">
                <a16:creationId xmlns:a16="http://schemas.microsoft.com/office/drawing/2014/main" id="{54D8AB13-A5F6-CB8C-DD41-A213FA878147}"/>
              </a:ext>
            </a:extLst>
          </p:cNvPr>
          <p:cNvSpPr/>
          <p:nvPr/>
        </p:nvSpPr>
        <p:spPr>
          <a:xfrm>
            <a:off x="6229231" y="4333254"/>
            <a:ext cx="52303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21207" rIns="146304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Portals: ISRO Bhuvan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GeoAI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National Disaster Management Authority (NDMA).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 Organizations: Open Geospatial Consortium (OGC) STAC API v1.0, RFC 7946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Reputable Repositories: ESA Copernicus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SciHub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USGS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EarthExplorer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NASA </a:t>
            </a:r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Earthdata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17428">
            <a:extLst>
              <a:ext uri="{FF2B5EF4-FFF2-40B4-BE49-F238E27FC236}">
                <a16:creationId xmlns:a16="http://schemas.microsoft.com/office/drawing/2014/main" id="{A2146824-A24C-C89E-2F06-3CD1971D6438}"/>
              </a:ext>
            </a:extLst>
          </p:cNvPr>
          <p:cNvSpPr/>
          <p:nvPr/>
        </p:nvSpPr>
        <p:spPr>
          <a:xfrm>
            <a:off x="6229231" y="4201386"/>
            <a:ext cx="5230368" cy="438912"/>
          </a:xfrm>
          <a:prstGeom prst="roundRect">
            <a:avLst/>
          </a:prstGeom>
          <a:solidFill>
            <a:srgbClr val="D5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Sources (Official &amp; Standards Bodies)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1645C-DB0D-1C0E-03C8-177F7830DE5A}"/>
              </a:ext>
            </a:extLst>
          </p:cNvPr>
          <p:cNvSpPr txBox="1"/>
          <p:nvPr/>
        </p:nvSpPr>
        <p:spPr>
          <a:xfrm>
            <a:off x="133231" y="3888167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BigEarthNet.txt: Herzog et al., arXiv:2603.29630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A824D-3AF9-69DE-9996-A60B6C4C38ED}"/>
              </a:ext>
            </a:extLst>
          </p:cNvPr>
          <p:cNvSpPr txBox="1"/>
          <p:nvPr/>
        </p:nvSpPr>
        <p:spPr>
          <a:xfrm>
            <a:off x="2733297" y="388126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GeoChat</a:t>
            </a:r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Kuckreja</a:t>
            </a:r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CVPR 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41BEE-7263-EBFD-2A1C-7B6140403F1D}"/>
              </a:ext>
            </a:extLst>
          </p:cNvPr>
          <p:cNvSpPr txBox="1"/>
          <p:nvPr/>
        </p:nvSpPr>
        <p:spPr>
          <a:xfrm>
            <a:off x="4809011" y="387725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Models: Jakubik et al., arXiv:2310.18660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8FA25-4AB9-A41B-0285-3B1FFDFE081E}"/>
              </a:ext>
            </a:extLst>
          </p:cNvPr>
          <p:cNvSpPr txBox="1"/>
          <p:nvPr/>
        </p:nvSpPr>
        <p:spPr>
          <a:xfrm>
            <a:off x="7617235" y="387334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EarthGPT</a:t>
            </a:r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Zhang et al., IEEE TGRS 2024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43DEE-3ED4-229B-0594-9FFA2199A86D}"/>
              </a:ext>
            </a:extLst>
          </p:cNvPr>
          <p:cNvSpPr txBox="1"/>
          <p:nvPr/>
        </p:nvSpPr>
        <p:spPr>
          <a:xfrm>
            <a:off x="9952474" y="3863793"/>
            <a:ext cx="690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CDVQA: Yuan et al., IEEE TGRS 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D81B9-C563-77ED-D0B8-D1B265652A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798" y="1500"/>
            <a:ext cx="1800201" cy="8500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D6258B-C936-80B3-4C55-73BB859E86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532" y="11426"/>
            <a:ext cx="1962266" cy="8400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C9937D-D12E-04A8-C3C4-43CD345775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"/>
            <a:ext cx="1387366" cy="103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1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9151</TotalTime>
  <Words>1749</Words>
  <Application>Microsoft Office PowerPoint</Application>
  <PresentationFormat>Widescreen</PresentationFormat>
  <Paragraphs>243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 Display</vt:lpstr>
      <vt:lpstr>Arial</vt:lpstr>
      <vt:lpstr>Calibri</vt:lpstr>
      <vt:lpstr>Times New Roman</vt:lpstr>
      <vt:lpstr>TradeGothic</vt:lpstr>
      <vt:lpstr>Wingdings</vt:lpstr>
      <vt:lpstr>Office Theme</vt:lpstr>
      <vt:lpstr>SMART INDIA HACKATHON 2026</vt:lpstr>
      <vt:lpstr>SatQuery 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AAKASH S S</cp:lastModifiedBy>
  <cp:revision>155</cp:revision>
  <dcterms:created xsi:type="dcterms:W3CDTF">2013-12-12T18:46:50Z</dcterms:created>
  <dcterms:modified xsi:type="dcterms:W3CDTF">2026-09-23T15:25:47Z</dcterms:modified>
  <cp:category/>
</cp:coreProperties>
</file>